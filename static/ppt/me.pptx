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C0FC-80DF-C6D5-5CF2-3F80ED9705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A0D95-5892-7484-BE5E-7135C795B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5768A-640E-36A8-F4FF-C0C82EED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963A9-296B-41DF-9F60-2EF71475D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4E68E-17A2-3FA5-59CC-BEB5F9A1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77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D7BB5-5762-1FC2-E331-CB0074954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5723E-965B-5D74-3C59-8F4B8E5A5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DD046-DD4B-0BB8-32EF-B4637054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89363-DE45-EC3D-C89B-D6957DE8A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F0007-9195-5461-3D88-10693E17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11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30A9B-6C70-CE7C-C929-975C5E412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CC7F9-F2BC-8ED8-4D83-C2D3A31E7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92F99-4E61-7619-E3BA-8973F7713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FF742-E23E-10FE-CBF3-EE3D10470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98CD0-AF35-F961-9941-6551B99F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28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BD27-733D-1EE3-1C88-194FEF934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FD473-8451-0392-198C-E1C5524E6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B1FD6-A61C-359B-5541-5F5830F57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D2B5B-F467-F5CB-3D13-50A0D709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7EB05-A299-05AD-C95E-5A711E93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92098-F37B-50F9-39AD-FA00180E5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127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FE44-C5E0-1964-97AE-896DDC59B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E6711-4E2E-1418-89F2-2D8555C6B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6671D-ADF3-7426-5799-6122CED94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187A5-32DA-73CD-DEE5-4FFBE27B9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9DECE-2EB0-06D4-ED26-3A0C2404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AA2C9B-0A65-E14B-42C7-F0D7CDAD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FCB8FA-1E5D-E55A-0054-0919A8DE9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4EC8B-45A9-F8B2-518E-B0068BA0D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655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BFE1C-8D6A-2509-48C5-5F7D807CB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8F19D-EFA6-7532-72CC-D998925E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B81CB0-45F7-9BE6-1149-CC1FBE7C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E00B2-94D7-CDCA-C214-1CCD6A22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419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E03AFF-F6C7-EAD6-4386-F3BE8979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988F0-985D-F803-D765-7C81772C7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96408-3003-1498-A7DB-5566CAAE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64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FF3E6-BEFA-2000-9F09-6D1517720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6C5DC-B477-B52E-C31C-0D12C39A4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08780-AD3D-25BA-48B5-03D30BAFC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7B44E-181B-DAA3-7077-54226C6A4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BC055-8777-FDAD-0711-E2BC126F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27C23-85BB-3106-F1DA-7CD3B9363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7924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86A1-5083-2662-3D49-9E3FBB0E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129F08-D511-E2FC-E070-96EE046DC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3FE06-27EE-8AD1-C7E0-F5FFF7202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FD3DE-D956-1450-3477-C4AF3165B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E7B5B-3EC5-5A1D-8CE7-4686B62CD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6D94D-34C8-622A-BAAD-CE52B9581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788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6DA9-9321-67EE-E222-5073E739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9DF58-5027-1463-3ABE-030DEC742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CE18B-D23D-B767-389D-3B39791A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CD144-455E-B107-90D3-C09E8AED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D2909-E932-01A5-ED08-BE497FE6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46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B2241-7DC3-0B70-39BB-CDCA846AE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6BBD8-9680-97E3-F576-BED0A61CE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DE0F1-F747-8001-E4F6-ADDCCEED1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52FC4-E6B9-9700-10A2-43FE1D18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22B2E-35A3-899F-935F-8A4B373B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893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31295F-9839-8A5F-C090-FC6764AE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38025-01E2-025F-B058-54FB41077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13481-C9F3-DE81-1A09-285563897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263F41-6423-4831-B419-AF8BB67BCDB1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2C438-A5BB-5048-7F08-5317B24F88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6268-49B8-3BB2-00F8-D30775D2B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20C85-C4FC-48E3-A944-E912FFF099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09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suit and tie&#10;&#10;AI-generated content may be incorrect.">
            <a:extLst>
              <a:ext uri="{FF2B5EF4-FFF2-40B4-BE49-F238E27FC236}">
                <a16:creationId xmlns:a16="http://schemas.microsoft.com/office/drawing/2014/main" id="{A9EDB823-2B5C-EEAA-ED60-ADC6E9DBC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08" y="1094820"/>
            <a:ext cx="1610770" cy="1610770"/>
          </a:xfrm>
          <a:prstGeom prst="rect">
            <a:avLst/>
          </a:prstGeom>
        </p:spPr>
      </p:pic>
      <p:pic>
        <p:nvPicPr>
          <p:cNvPr id="5" name="Picture 4" descr="A qr code with a black and green background&#10;&#10;AI-generated content may be incorrect.">
            <a:extLst>
              <a:ext uri="{FF2B5EF4-FFF2-40B4-BE49-F238E27FC236}">
                <a16:creationId xmlns:a16="http://schemas.microsoft.com/office/drawing/2014/main" id="{5EB63423-8A8F-624E-2DBE-37ECF69A7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08" y="2856256"/>
            <a:ext cx="1621019" cy="16107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1F5374-48DA-00E6-97FD-E5ADE06FA2D0}"/>
              </a:ext>
            </a:extLst>
          </p:cNvPr>
          <p:cNvSpPr txBox="1"/>
          <p:nvPr/>
        </p:nvSpPr>
        <p:spPr>
          <a:xfrm>
            <a:off x="2209367" y="1079743"/>
            <a:ext cx="899233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effectLst/>
                <a:latin typeface="Quicksand" pitchFamily="2" charset="0"/>
              </a:rPr>
              <a:t>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Senior Technical Consultant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Technical Coach</a:t>
            </a:r>
          </a:p>
          <a:p>
            <a:pPr>
              <a:buNone/>
            </a:pPr>
            <a:endParaRPr lang="en-GB" b="0" dirty="0">
              <a:effectLst/>
              <a:latin typeface="Quicksand" pitchFamily="2" charset="0"/>
            </a:endParaRPr>
          </a:p>
          <a:p>
            <a:pPr>
              <a:buNone/>
            </a:pPr>
            <a:r>
              <a:rPr lang="en-GB" b="1" dirty="0">
                <a:effectLst/>
                <a:latin typeface="Quicksand" pitchFamily="2" charset="0"/>
              </a:rPr>
              <a:t>Professional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18+ Years in Tech 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16+ Microsoft Certifications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35+ Certifications in total</a:t>
            </a:r>
          </a:p>
          <a:p>
            <a:pPr>
              <a:buNone/>
            </a:pPr>
            <a:endParaRPr lang="en-GB" b="0" dirty="0">
              <a:effectLst/>
              <a:latin typeface="Quicksand" pitchFamily="2" charset="0"/>
            </a:endParaRPr>
          </a:p>
          <a:p>
            <a:pPr>
              <a:buNone/>
            </a:pPr>
            <a:r>
              <a:rPr lang="en-GB" b="1" dirty="0">
                <a:effectLst/>
                <a:latin typeface="Quicksand" pitchFamily="2" charset="0"/>
              </a:rPr>
              <a:t>Community Involvement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16+ Community tools, hosted at </a:t>
            </a:r>
            <a:r>
              <a:rPr lang="en-GB" b="1" dirty="0">
                <a:effectLst/>
                <a:latin typeface="Quicksand" pitchFamily="2" charset="0"/>
              </a:rPr>
              <a:t>mightora.io </a:t>
            </a:r>
            <a:r>
              <a:rPr lang="en-GB" b="0" dirty="0">
                <a:effectLst/>
                <a:latin typeface="Quicksand" pitchFamily="2" charset="0"/>
              </a:rPr>
              <a:t>with more than 500k monthly hits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Trustee for Digital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Quicksand" pitchFamily="2" charset="0"/>
              </a:rPr>
              <a:t>TechTweedie</a:t>
            </a:r>
            <a:r>
              <a:rPr lang="en-GB" dirty="0">
                <a:latin typeface="Quicksand" pitchFamily="2" charset="0"/>
              </a:rPr>
              <a:t> Blog and YouTube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Power Platform Clinic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dirty="0">
                <a:effectLst/>
                <a:latin typeface="Quicksand" pitchFamily="2" charset="0"/>
              </a:rPr>
              <a:t>Newcastle User Group Leader</a:t>
            </a:r>
          </a:p>
          <a:p>
            <a:br>
              <a:rPr lang="en-GB" b="0" dirty="0">
                <a:effectLst/>
                <a:latin typeface="Quicksand" pitchFamily="2" charset="0"/>
              </a:rPr>
            </a:br>
            <a:endParaRPr lang="en-GB" b="0" dirty="0">
              <a:effectLst/>
              <a:latin typeface="Quicksan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F43D1-CA2E-CD71-D052-E04B6801EF42}"/>
              </a:ext>
            </a:extLst>
          </p:cNvPr>
          <p:cNvSpPr txBox="1"/>
          <p:nvPr/>
        </p:nvSpPr>
        <p:spPr>
          <a:xfrm>
            <a:off x="354812" y="167148"/>
            <a:ext cx="8068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>
                <a:latin typeface="Quicksand" pitchFamily="2" charset="0"/>
              </a:rPr>
              <a:t>Ian Tweedie</a:t>
            </a: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227511F7-01A6-E5FA-B69E-3A3FE6A39D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62" b="16523"/>
          <a:stretch>
            <a:fillRect/>
          </a:stretch>
        </p:blipFill>
        <p:spPr>
          <a:xfrm>
            <a:off x="9305292" y="5553975"/>
            <a:ext cx="1220128" cy="792049"/>
          </a:xfrm>
          <a:prstGeom prst="rect">
            <a:avLst/>
          </a:prstGeom>
        </p:spPr>
      </p:pic>
      <p:pic>
        <p:nvPicPr>
          <p:cNvPr id="1026" name="Picture 2" descr="mightora.io">
            <a:extLst>
              <a:ext uri="{FF2B5EF4-FFF2-40B4-BE49-F238E27FC236}">
                <a16:creationId xmlns:a16="http://schemas.microsoft.com/office/drawing/2014/main" id="{65377BE8-A0C1-F6A1-8C1C-05B9384D3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966" y="5737035"/>
            <a:ext cx="1916675" cy="425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76557C-B34F-28C8-3497-FD53C060B1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475" y="5737035"/>
            <a:ext cx="1807476" cy="5242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0D4B8A-3FC9-1111-676C-24B2651BC3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991" y="5632324"/>
            <a:ext cx="1247396" cy="6568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7E3DDE-D959-354C-FFEB-51A74F7F0C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1641" y="0"/>
            <a:ext cx="2515023" cy="14147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2D056D-7F6D-D946-2A96-98CBE278DAA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235" t="4634" r="14457" b="8463"/>
          <a:stretch>
            <a:fillRect/>
          </a:stretch>
        </p:blipFill>
        <p:spPr>
          <a:xfrm>
            <a:off x="2399504" y="5304110"/>
            <a:ext cx="946835" cy="1153893"/>
          </a:xfrm>
          <a:prstGeom prst="rect">
            <a:avLst/>
          </a:prstGeom>
        </p:spPr>
      </p:pic>
      <p:pic>
        <p:nvPicPr>
          <p:cNvPr id="2" name="id-5EEB3099-80D3-4725-9FD5-ECF39CC5A1DD">
            <a:extLst>
              <a:ext uri="{FF2B5EF4-FFF2-40B4-BE49-F238E27FC236}">
                <a16:creationId xmlns:a16="http://schemas.microsoft.com/office/drawing/2014/main" id="{E2C7EFD7-F2ED-475D-2575-F9138628FB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0049">
            <a:off x="11067099" y="3141868"/>
            <a:ext cx="737192" cy="3100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1008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Quicksand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Tweedie, Ian</dc:creator>
  <cp:lastModifiedBy>Ian Tweedie</cp:lastModifiedBy>
  <cp:revision>5</cp:revision>
  <dcterms:created xsi:type="dcterms:W3CDTF">2025-11-19T14:54:44Z</dcterms:created>
  <dcterms:modified xsi:type="dcterms:W3CDTF">2026-04-29T17:15:02Z</dcterms:modified>
</cp:coreProperties>
</file>