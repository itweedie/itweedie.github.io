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81" r:id="rId5"/>
  </p:sldMasterIdLst>
  <p:notesMasterIdLst>
    <p:notesMasterId r:id="rId33"/>
  </p:notesMasterIdLst>
  <p:handoutMasterIdLst>
    <p:handoutMasterId r:id="rId34"/>
  </p:handoutMasterIdLst>
  <p:sldIdLst>
    <p:sldId id="292" r:id="rId6"/>
    <p:sldId id="273" r:id="rId7"/>
    <p:sldId id="2147469847" r:id="rId8"/>
    <p:sldId id="262" r:id="rId9"/>
    <p:sldId id="286" r:id="rId10"/>
    <p:sldId id="291" r:id="rId11"/>
    <p:sldId id="258" r:id="rId12"/>
    <p:sldId id="293" r:id="rId13"/>
    <p:sldId id="295" r:id="rId14"/>
    <p:sldId id="259" r:id="rId15"/>
    <p:sldId id="296" r:id="rId16"/>
    <p:sldId id="297" r:id="rId17"/>
    <p:sldId id="260" r:id="rId18"/>
    <p:sldId id="298" r:id="rId19"/>
    <p:sldId id="263" r:id="rId20"/>
    <p:sldId id="281" r:id="rId21"/>
    <p:sldId id="301" r:id="rId22"/>
    <p:sldId id="282" r:id="rId23"/>
    <p:sldId id="303" r:id="rId24"/>
    <p:sldId id="283" r:id="rId25"/>
    <p:sldId id="304" r:id="rId26"/>
    <p:sldId id="284" r:id="rId27"/>
    <p:sldId id="305" r:id="rId28"/>
    <p:sldId id="306" r:id="rId29"/>
    <p:sldId id="307" r:id="rId30"/>
    <p:sldId id="308" r:id="rId31"/>
    <p:sldId id="287" r:id="rId32"/>
  </p:sldIdLst>
  <p:sldSz cx="12192000" cy="6858000"/>
  <p:notesSz cx="6858000" cy="9144000"/>
  <p:embeddedFontLst>
    <p:embeddedFont>
      <p:font typeface="Segoe UI" panose="020B0502040204020203" pitchFamily="34" charset="0"/>
      <p:regular r:id="rId35"/>
      <p:bold r:id="rId36"/>
      <p:italic r:id="rId37"/>
      <p:boldItalic r:id="rId38"/>
    </p:embeddedFont>
    <p:embeddedFont>
      <p:font typeface="Segoe UI Semibold" panose="020B0702040204020203" pitchFamily="34" charset="0"/>
      <p:regular r:id="rId39"/>
      <p:bold r:id="rId40"/>
      <p:italic r:id="rId41"/>
      <p:boldItalic r:id="rId42"/>
    </p:embeddedFont>
    <p:embeddedFont>
      <p:font typeface="Source Sans Pro" panose="020B0503030403020204" pitchFamily="34"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C810"/>
    <a:srgbClr val="3666FF"/>
    <a:srgbClr val="742774"/>
    <a:srgbClr val="24395E"/>
    <a:srgbClr val="0D7F41"/>
    <a:srgbClr val="4B504F"/>
    <a:srgbClr val="451745"/>
    <a:srgbClr val="005DF9"/>
    <a:srgbClr val="4B5050"/>
    <a:srgbClr val="F4B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567" autoAdjust="0"/>
    <p:restoredTop sz="96240"/>
  </p:normalViewPr>
  <p:slideViewPr>
    <p:cSldViewPr snapToGrid="0">
      <p:cViewPr>
        <p:scale>
          <a:sx n="113" d="100"/>
          <a:sy n="113" d="100"/>
        </p:scale>
        <p:origin x="132" y="18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2309"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5.fntdata"/><Relationship Id="rId21" Type="http://schemas.openxmlformats.org/officeDocument/2006/relationships/slide" Target="slides/slide16.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5.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dirty="0">
                <a:solidFill>
                  <a:schemeClr val="tx1"/>
                </a:solidFill>
                <a:latin typeface="+mj-lt"/>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Sheet1!$B$1</c:f>
              <c:strCache>
                <c:ptCount val="1"/>
                <c:pt idx="0">
                  <c:v>Series 1</c:v>
                </c:pt>
              </c:strCache>
            </c:strRef>
          </c:tx>
          <c:spPr>
            <a:solidFill>
              <a:schemeClr val="accent1"/>
            </a:solidFill>
            <a:ln>
              <a:noFill/>
            </a:ln>
            <a:effectLst/>
            <a:sp3d/>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762-495C-80FD-6F20D918004E}"/>
            </c:ext>
          </c:extLst>
        </c:ser>
        <c:ser>
          <c:idx val="1"/>
          <c:order val="1"/>
          <c:tx>
            <c:strRef>
              <c:f>Sheet1!$C$1</c:f>
              <c:strCache>
                <c:ptCount val="1"/>
                <c:pt idx="0">
                  <c:v>Series 2</c:v>
                </c:pt>
              </c:strCache>
            </c:strRef>
          </c:tx>
          <c:spPr>
            <a:solidFill>
              <a:srgbClr val="005DF9"/>
            </a:solidFill>
            <a:ln>
              <a:noFill/>
            </a:ln>
            <a:effectLst/>
            <a:sp3d/>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762-495C-80FD-6F20D918004E}"/>
            </c:ext>
          </c:extLst>
        </c:ser>
        <c:ser>
          <c:idx val="2"/>
          <c:order val="2"/>
          <c:tx>
            <c:strRef>
              <c:f>Sheet1!$D$1</c:f>
              <c:strCache>
                <c:ptCount val="1"/>
                <c:pt idx="0">
                  <c:v>Series 3</c:v>
                </c:pt>
              </c:strCache>
            </c:strRef>
          </c:tx>
          <c:spPr>
            <a:solidFill>
              <a:schemeClr val="accent3"/>
            </a:solidFill>
            <a:ln>
              <a:noFill/>
            </a:ln>
            <a:effectLst/>
            <a:sp3d/>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762-495C-80FD-6F20D918004E}"/>
            </c:ext>
          </c:extLst>
        </c:ser>
        <c:dLbls>
          <c:showLegendKey val="0"/>
          <c:showVal val="0"/>
          <c:showCatName val="0"/>
          <c:showSerName val="0"/>
          <c:showPercent val="0"/>
          <c:showBubbleSize val="0"/>
        </c:dLbls>
        <c:gapWidth val="150"/>
        <c:shape val="box"/>
        <c:axId val="1150247408"/>
        <c:axId val="1150228688"/>
        <c:axId val="1146363520"/>
      </c:bar3DChart>
      <c:catAx>
        <c:axId val="115024740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150228688"/>
        <c:crosses val="autoZero"/>
        <c:auto val="1"/>
        <c:lblAlgn val="ctr"/>
        <c:lblOffset val="100"/>
        <c:noMultiLvlLbl val="0"/>
      </c:catAx>
      <c:valAx>
        <c:axId val="1150228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150247408"/>
        <c:crosses val="autoZero"/>
        <c:crossBetween val="between"/>
      </c:valAx>
      <c:serAx>
        <c:axId val="1146363520"/>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150228688"/>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sz="1800" dirty="0">
                <a:solidFill>
                  <a:schemeClr val="bg1"/>
                </a:solidFill>
                <a:latin typeface="+mj-lt"/>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Sheet1!$B$1</c:f>
              <c:strCache>
                <c:ptCount val="1"/>
                <c:pt idx="0">
                  <c:v>Series 1</c:v>
                </c:pt>
              </c:strCache>
            </c:strRef>
          </c:tx>
          <c:spPr>
            <a:solidFill>
              <a:schemeClr val="accent1"/>
            </a:solidFill>
            <a:ln>
              <a:noFill/>
            </a:ln>
            <a:effectLst/>
            <a:sp3d/>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E58-4EBB-8008-69F38F791B39}"/>
            </c:ext>
          </c:extLst>
        </c:ser>
        <c:ser>
          <c:idx val="1"/>
          <c:order val="1"/>
          <c:tx>
            <c:strRef>
              <c:f>Sheet1!$C$1</c:f>
              <c:strCache>
                <c:ptCount val="1"/>
                <c:pt idx="0">
                  <c:v>Series 2</c:v>
                </c:pt>
              </c:strCache>
            </c:strRef>
          </c:tx>
          <c:spPr>
            <a:solidFill>
              <a:srgbClr val="005DF9"/>
            </a:solidFill>
            <a:ln>
              <a:noFill/>
            </a:ln>
            <a:effectLst/>
            <a:sp3d/>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E58-4EBB-8008-69F38F791B39}"/>
            </c:ext>
          </c:extLst>
        </c:ser>
        <c:ser>
          <c:idx val="2"/>
          <c:order val="2"/>
          <c:tx>
            <c:strRef>
              <c:f>Sheet1!$D$1</c:f>
              <c:strCache>
                <c:ptCount val="1"/>
                <c:pt idx="0">
                  <c:v>Series 3</c:v>
                </c:pt>
              </c:strCache>
            </c:strRef>
          </c:tx>
          <c:spPr>
            <a:solidFill>
              <a:schemeClr val="accent3"/>
            </a:solidFill>
            <a:ln>
              <a:noFill/>
            </a:ln>
            <a:effectLst/>
            <a:sp3d/>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E58-4EBB-8008-69F38F791B39}"/>
            </c:ext>
          </c:extLst>
        </c:ser>
        <c:dLbls>
          <c:showLegendKey val="0"/>
          <c:showVal val="0"/>
          <c:showCatName val="0"/>
          <c:showSerName val="0"/>
          <c:showPercent val="0"/>
          <c:showBubbleSize val="0"/>
        </c:dLbls>
        <c:gapWidth val="150"/>
        <c:shape val="box"/>
        <c:axId val="1150247408"/>
        <c:axId val="1150228688"/>
        <c:axId val="1146363520"/>
      </c:bar3DChart>
      <c:catAx>
        <c:axId val="115024740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50228688"/>
        <c:crosses val="autoZero"/>
        <c:auto val="1"/>
        <c:lblAlgn val="ctr"/>
        <c:lblOffset val="100"/>
        <c:noMultiLvlLbl val="0"/>
      </c:catAx>
      <c:valAx>
        <c:axId val="1150228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50247408"/>
        <c:crosses val="autoZero"/>
        <c:crossBetween val="between"/>
      </c:valAx>
      <c:serAx>
        <c:axId val="1146363520"/>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50228688"/>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Segoe UI" panose="020B0502040204020203"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34F1C8-6F95-42EB-86D9-C3493EFC5E3A}" type="datetimeFigureOut">
              <a:rPr lang="en-US" smtClean="0">
                <a:latin typeface="Segoe UI" panose="020B0502040204020203" pitchFamily="34" charset="0"/>
              </a:rPr>
              <a:t>3/10/2026</a:t>
            </a:fld>
            <a:endParaRPr lang="en-US" dirty="0">
              <a:latin typeface="Segoe UI" panose="020B0502040204020203"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Segoe UI" panose="020B0502040204020203"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6DB2C-4AF6-44B1-9E55-3B2DBACB1188}" type="slidenum">
              <a:rPr lang="en-US" smtClean="0">
                <a:latin typeface="Segoe UI" panose="020B0502040204020203" pitchFamily="34" charset="0"/>
              </a:rPr>
              <a:t>‹#›</a:t>
            </a:fld>
            <a:endParaRPr lang="en-US" dirty="0">
              <a:latin typeface="Segoe UI" panose="020B0502040204020203" pitchFamily="34" charset="0"/>
            </a:endParaRPr>
          </a:p>
        </p:txBody>
      </p:sp>
    </p:spTree>
    <p:extLst>
      <p:ext uri="{BB962C8B-B14F-4D97-AF65-F5344CB8AC3E}">
        <p14:creationId xmlns:p14="http://schemas.microsoft.com/office/powerpoint/2010/main" val="2385957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Segoe UI" panose="020B0502040204020203"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Segoe UI" panose="020B0502040204020203" pitchFamily="34" charset="0"/>
              </a:defRPr>
            </a:lvl1pPr>
          </a:lstStyle>
          <a:p>
            <a:fld id="{FF91F665-8608-4580-BE8D-2DEA88447B30}" type="datetimeFigureOut">
              <a:rPr lang="en-US" smtClean="0"/>
              <a:pPr/>
              <a:t>3/10/2026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Segoe UI" panose="020B050204020402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Segoe UI" panose="020B0502040204020203" pitchFamily="34" charset="0"/>
              </a:defRPr>
            </a:lvl1pPr>
          </a:lstStyle>
          <a:p>
            <a:fld id="{62E079FA-01B9-473D-9310-32B74D3A3985}" type="slidenum">
              <a:rPr lang="en-US" smtClean="0"/>
              <a:pPr/>
              <a:t>‹#›</a:t>
            </a:fld>
            <a:endParaRPr lang="en-US" dirty="0"/>
          </a:p>
        </p:txBody>
      </p:sp>
    </p:spTree>
    <p:extLst>
      <p:ext uri="{BB962C8B-B14F-4D97-AF65-F5344CB8AC3E}">
        <p14:creationId xmlns:p14="http://schemas.microsoft.com/office/powerpoint/2010/main" val="1045350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Segoe UI" panose="020B0502040204020203" pitchFamily="34" charset="0"/>
        <a:ea typeface="+mn-ea"/>
        <a:cs typeface="+mn-cs"/>
      </a:defRPr>
    </a:lvl1pPr>
    <a:lvl2pPr marL="457200" algn="l" defTabSz="914400" rtl="0" eaLnBrk="1" latinLnBrk="0" hangingPunct="1">
      <a:defRPr sz="1200" b="0" i="0" kern="1200">
        <a:solidFill>
          <a:schemeClr val="tx1"/>
        </a:solidFill>
        <a:latin typeface="Segoe UI" panose="020B0502040204020203" pitchFamily="34" charset="0"/>
        <a:ea typeface="+mn-ea"/>
        <a:cs typeface="+mn-cs"/>
      </a:defRPr>
    </a:lvl2pPr>
    <a:lvl3pPr marL="914400" algn="l" defTabSz="914400" rtl="0" eaLnBrk="1" latinLnBrk="0" hangingPunct="1">
      <a:defRPr sz="1200" b="0" i="0" kern="1200">
        <a:solidFill>
          <a:schemeClr val="tx1"/>
        </a:solidFill>
        <a:latin typeface="Segoe UI" panose="020B0502040204020203" pitchFamily="34" charset="0"/>
        <a:ea typeface="+mn-ea"/>
        <a:cs typeface="+mn-cs"/>
      </a:defRPr>
    </a:lvl3pPr>
    <a:lvl4pPr marL="1371600" algn="l" defTabSz="914400" rtl="0" eaLnBrk="1" latinLnBrk="0" hangingPunct="1">
      <a:defRPr sz="1200" b="0" i="0" kern="1200">
        <a:solidFill>
          <a:schemeClr val="tx1"/>
        </a:solidFill>
        <a:latin typeface="Segoe UI" panose="020B0502040204020203" pitchFamily="34" charset="0"/>
        <a:ea typeface="+mn-ea"/>
        <a:cs typeface="+mn-cs"/>
      </a:defRPr>
    </a:lvl4pPr>
    <a:lvl5pPr marL="1828800" algn="l" defTabSz="914400" rtl="0" eaLnBrk="1" latinLnBrk="0" hangingPunct="1">
      <a:defRPr sz="1200" b="0" i="0" kern="1200">
        <a:solidFill>
          <a:schemeClr val="tx1"/>
        </a:solidFill>
        <a:latin typeface="Segoe UI" panose="020B050204020402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E079FA-01B9-473D-9310-32B74D3A3985}" type="slidenum">
              <a:rPr lang="en-US" smtClean="0"/>
              <a:pPr/>
              <a:t>2</a:t>
            </a:fld>
            <a:endParaRPr lang="en-US" dirty="0"/>
          </a:p>
        </p:txBody>
      </p:sp>
    </p:spTree>
    <p:extLst>
      <p:ext uri="{BB962C8B-B14F-4D97-AF65-F5344CB8AC3E}">
        <p14:creationId xmlns:p14="http://schemas.microsoft.com/office/powerpoint/2010/main" val="2480148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C043-370A-57AC-4F40-EB583CCFB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402A4-D22E-E511-064C-D47998397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886A6-7A49-A9ED-3200-6751579090C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A63CB91-FC0C-7786-4204-DF25CC2AF6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E079FA-01B9-473D-9310-32B74D3A3985}"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043664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pic>
        <p:nvPicPr>
          <p:cNvPr id="12" name="Picture 11" descr="A blurry image of a colorful background&#10;&#10;AI-generated content may be incorrect.">
            <a:extLst>
              <a:ext uri="{FF2B5EF4-FFF2-40B4-BE49-F238E27FC236}">
                <a16:creationId xmlns:a16="http://schemas.microsoft.com/office/drawing/2014/main" id="{FB95600D-FEB4-373B-2F36-778C23BCCC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45112" y="-486505"/>
            <a:ext cx="7701776" cy="7831009"/>
          </a:xfrm>
          <a:prstGeom prst="ellipse">
            <a:avLst/>
          </a:prstGeom>
          <a:ln w="63500" cap="rnd">
            <a:noFill/>
          </a:ln>
          <a:effectLst/>
        </p:spPr>
      </p:pic>
      <p:sp>
        <p:nvSpPr>
          <p:cNvPr id="7" name="Freeform 6">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8"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sp>
        <p:nvSpPr>
          <p:cNvPr id="13" name="Title 6"/>
          <p:cNvSpPr>
            <a:spLocks noGrp="1"/>
          </p:cNvSpPr>
          <p:nvPr>
            <p:ph type="title" hasCustomPrompt="1"/>
          </p:nvPr>
        </p:nvSpPr>
        <p:spPr>
          <a:xfrm>
            <a:off x="3598280" y="2799631"/>
            <a:ext cx="4995441" cy="647246"/>
          </a:xfrm>
        </p:spPr>
        <p:txBody>
          <a:bodyPr>
            <a:noAutofit/>
          </a:bodyPr>
          <a:lstStyle>
            <a:lvl1pPr algn="ctr">
              <a:lnSpc>
                <a:spcPct val="100000"/>
              </a:lnSpc>
              <a:defRPr lang="en-US" sz="4000" b="1" kern="1200" spc="0" baseline="0" dirty="0">
                <a:solidFill>
                  <a:schemeClr val="bg1"/>
                </a:solidFill>
                <a:latin typeface="+mj-lt"/>
                <a:ea typeface="+mn-ea"/>
                <a:cs typeface="+mn-cs"/>
              </a:defRPr>
            </a:lvl1pPr>
          </a:lstStyle>
          <a:p>
            <a:r>
              <a:rPr lang="en-US" dirty="0"/>
              <a:t>END SLIDE</a:t>
            </a:r>
          </a:p>
        </p:txBody>
      </p:sp>
      <p:sp>
        <p:nvSpPr>
          <p:cNvPr id="14" name="Text Placeholder 3"/>
          <p:cNvSpPr>
            <a:spLocks noGrp="1"/>
          </p:cNvSpPr>
          <p:nvPr>
            <p:ph type="body" sz="quarter" idx="13"/>
          </p:nvPr>
        </p:nvSpPr>
        <p:spPr>
          <a:xfrm>
            <a:off x="3598280" y="3435990"/>
            <a:ext cx="4995441" cy="600231"/>
          </a:xfrm>
          <a:prstGeom prst="rect">
            <a:avLst/>
          </a:prstGeom>
        </p:spPr>
        <p:txBody>
          <a:bodyPr>
            <a:normAutofit/>
          </a:bodyPr>
          <a:lstStyle>
            <a:lvl1pPr marL="0" indent="0" algn="ctr">
              <a:lnSpc>
                <a:spcPct val="100000"/>
              </a:lnSpc>
              <a:spcBef>
                <a:spcPts val="0"/>
              </a:spcBef>
              <a:buNone/>
              <a:defRPr sz="1400">
                <a:solidFill>
                  <a:schemeClr val="bg1"/>
                </a:solidFill>
                <a:latin typeface="+mn-lt"/>
              </a:defRPr>
            </a:lvl1pPr>
          </a:lstStyle>
          <a:p>
            <a:pPr lvl="0"/>
            <a:r>
              <a:rPr lang="en-GB"/>
              <a:t>Click to edit Master text styles</a:t>
            </a:r>
          </a:p>
        </p:txBody>
      </p:sp>
      <p:pic>
        <p:nvPicPr>
          <p:cNvPr id="15" name="Picture 14" descr="Logo&#10;&#10;Description automatically generated">
            <a:extLst>
              <a:ext uri="{FF2B5EF4-FFF2-40B4-BE49-F238E27FC236}">
                <a16:creationId xmlns:a16="http://schemas.microsoft.com/office/drawing/2014/main" id="{C0D11114-FF0E-A1BF-7BF2-63D723A1469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2337722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_Slide">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838200" y="449969"/>
            <a:ext cx="10515600" cy="647246"/>
          </a:xfrm>
        </p:spPr>
        <p:txBody>
          <a:bodyPr>
            <a:noAutofit/>
          </a:bodyPr>
          <a:lstStyle>
            <a:lvl1pPr algn="ctr">
              <a:lnSpc>
                <a:spcPct val="100000"/>
              </a:lnSpc>
              <a:defRPr lang="en-US" sz="3600" b="1" kern="1200" spc="0" baseline="0" dirty="0">
                <a:solidFill>
                  <a:schemeClr val="tx1">
                    <a:lumMod val="95000"/>
                    <a:lumOff val="5000"/>
                  </a:schemeClr>
                </a:solidFill>
                <a:latin typeface="+mj-lt"/>
                <a:ea typeface="+mn-ea"/>
                <a:cs typeface="+mn-cs"/>
              </a:defRPr>
            </a:lvl1pPr>
          </a:lstStyle>
          <a:p>
            <a:r>
              <a:rPr lang="en-US" dirty="0"/>
              <a:t>Click To Edit Master Title Style</a:t>
            </a:r>
          </a:p>
        </p:txBody>
      </p:sp>
      <p:sp>
        <p:nvSpPr>
          <p:cNvPr id="8" name="Text Placeholder 3"/>
          <p:cNvSpPr>
            <a:spLocks noGrp="1"/>
          </p:cNvSpPr>
          <p:nvPr>
            <p:ph type="body" sz="quarter" idx="13"/>
          </p:nvPr>
        </p:nvSpPr>
        <p:spPr>
          <a:xfrm>
            <a:off x="820035" y="1086328"/>
            <a:ext cx="10515600" cy="600231"/>
          </a:xfrm>
          <a:prstGeom prst="rect">
            <a:avLst/>
          </a:prstGeom>
        </p:spPr>
        <p:txBody>
          <a:bodyPr>
            <a:normAutofit/>
          </a:bodyPr>
          <a:lstStyle>
            <a:lvl1pPr marL="0" indent="0" algn="ctr">
              <a:lnSpc>
                <a:spcPct val="100000"/>
              </a:lnSpc>
              <a:spcBef>
                <a:spcPts val="0"/>
              </a:spcBef>
              <a:buNone/>
              <a:defRPr sz="1400">
                <a:solidFill>
                  <a:schemeClr val="tx1">
                    <a:lumMod val="95000"/>
                    <a:lumOff val="5000"/>
                  </a:schemeClr>
                </a:solidFill>
                <a:latin typeface="+mn-lt"/>
              </a:defRPr>
            </a:lvl1pPr>
          </a:lstStyle>
          <a:p>
            <a:pPr lvl="0"/>
            <a:r>
              <a:rPr lang="en-GB"/>
              <a:t>Click to edit Master text styles</a:t>
            </a:r>
          </a:p>
        </p:txBody>
      </p:sp>
      <p:sp>
        <p:nvSpPr>
          <p:cNvPr id="9" name="Freeform 8">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4"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4" name="Picture 3" descr="Logo&#10;&#10;Description automatically generated">
            <a:extLst>
              <a:ext uri="{FF2B5EF4-FFF2-40B4-BE49-F238E27FC236}">
                <a16:creationId xmlns:a16="http://schemas.microsoft.com/office/drawing/2014/main" id="{A759C361-C080-6151-228B-A8F5DD4FDE7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3756131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rt_Slide">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838200" y="449969"/>
            <a:ext cx="10515600" cy="647246"/>
          </a:xfrm>
        </p:spPr>
        <p:txBody>
          <a:bodyPr>
            <a:noAutofit/>
          </a:bodyPr>
          <a:lstStyle>
            <a:lvl1pPr algn="ctr">
              <a:lnSpc>
                <a:spcPct val="100000"/>
              </a:lnSpc>
              <a:defRPr lang="en-US" sz="3600" b="1" kern="1200" spc="0" baseline="0" dirty="0">
                <a:solidFill>
                  <a:schemeClr val="tx1">
                    <a:lumMod val="95000"/>
                    <a:lumOff val="5000"/>
                  </a:schemeClr>
                </a:solidFill>
                <a:latin typeface="+mj-lt"/>
                <a:ea typeface="+mn-ea"/>
                <a:cs typeface="+mn-cs"/>
              </a:defRPr>
            </a:lvl1pPr>
          </a:lstStyle>
          <a:p>
            <a:r>
              <a:rPr lang="en-US" dirty="0"/>
              <a:t>Click To Edit Master Title Style</a:t>
            </a:r>
          </a:p>
        </p:txBody>
      </p:sp>
      <p:sp>
        <p:nvSpPr>
          <p:cNvPr id="8" name="Text Placeholder 3"/>
          <p:cNvSpPr>
            <a:spLocks noGrp="1"/>
          </p:cNvSpPr>
          <p:nvPr>
            <p:ph type="body" sz="quarter" idx="13"/>
          </p:nvPr>
        </p:nvSpPr>
        <p:spPr>
          <a:xfrm>
            <a:off x="820035" y="1086328"/>
            <a:ext cx="10515600" cy="600231"/>
          </a:xfrm>
          <a:prstGeom prst="rect">
            <a:avLst/>
          </a:prstGeom>
        </p:spPr>
        <p:txBody>
          <a:bodyPr>
            <a:normAutofit/>
          </a:bodyPr>
          <a:lstStyle>
            <a:lvl1pPr marL="0" indent="0" algn="ctr">
              <a:lnSpc>
                <a:spcPct val="100000"/>
              </a:lnSpc>
              <a:spcBef>
                <a:spcPts val="0"/>
              </a:spcBef>
              <a:buNone/>
              <a:defRPr sz="1400">
                <a:solidFill>
                  <a:schemeClr val="tx1">
                    <a:lumMod val="95000"/>
                    <a:lumOff val="5000"/>
                  </a:schemeClr>
                </a:solidFill>
                <a:latin typeface="+mn-lt"/>
              </a:defRPr>
            </a:lvl1pPr>
          </a:lstStyle>
          <a:p>
            <a:pPr lvl="0"/>
            <a:r>
              <a:rPr lang="en-GB"/>
              <a:t>Click to edit Master text styles</a:t>
            </a:r>
          </a:p>
        </p:txBody>
      </p:sp>
      <p:sp>
        <p:nvSpPr>
          <p:cNvPr id="9" name="Freeform 8">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5" name="Chart Placeholder 4"/>
          <p:cNvSpPr>
            <a:spLocks noGrp="1"/>
          </p:cNvSpPr>
          <p:nvPr>
            <p:ph type="chart" sz="quarter" idx="15"/>
          </p:nvPr>
        </p:nvSpPr>
        <p:spPr>
          <a:xfrm>
            <a:off x="838200" y="1869141"/>
            <a:ext cx="5360894" cy="3966883"/>
          </a:xfrm>
        </p:spPr>
        <p:txBody>
          <a:bodyPr anchor="ctr"/>
          <a:lstStyle>
            <a:lvl1pPr marL="0" indent="0" algn="ctr">
              <a:buNone/>
              <a:defRPr>
                <a:latin typeface="+mn-lt"/>
              </a:defRPr>
            </a:lvl1pPr>
          </a:lstStyle>
          <a:p>
            <a:r>
              <a:rPr lang="en-GB"/>
              <a:t>Click icon to add chart</a:t>
            </a:r>
            <a:endParaRPr lang="en-US" dirty="0"/>
          </a:p>
        </p:txBody>
      </p:sp>
      <p:sp>
        <p:nvSpPr>
          <p:cNvPr id="14"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4" name="Picture 3" descr="Logo&#10;&#10;Description automatically generated">
            <a:extLst>
              <a:ext uri="{FF2B5EF4-FFF2-40B4-BE49-F238E27FC236}">
                <a16:creationId xmlns:a16="http://schemas.microsoft.com/office/drawing/2014/main" id="{81A5AF50-03CA-AE26-5DE2-5AB18A6ACF1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3163012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_Slide">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838200" y="449969"/>
            <a:ext cx="10515600" cy="647246"/>
          </a:xfrm>
        </p:spPr>
        <p:txBody>
          <a:bodyPr>
            <a:noAutofit/>
          </a:bodyPr>
          <a:lstStyle>
            <a:lvl1pPr algn="ctr">
              <a:lnSpc>
                <a:spcPct val="100000"/>
              </a:lnSpc>
              <a:defRPr lang="en-US" sz="3600" b="1" kern="1200" spc="0" baseline="0" dirty="0">
                <a:solidFill>
                  <a:schemeClr val="tx1">
                    <a:lumMod val="95000"/>
                    <a:lumOff val="5000"/>
                  </a:schemeClr>
                </a:solidFill>
                <a:latin typeface="+mj-lt"/>
                <a:ea typeface="+mn-ea"/>
                <a:cs typeface="+mn-cs"/>
              </a:defRPr>
            </a:lvl1pPr>
          </a:lstStyle>
          <a:p>
            <a:r>
              <a:rPr lang="en-US" dirty="0"/>
              <a:t>Click To Edit Master Title Style</a:t>
            </a:r>
          </a:p>
        </p:txBody>
      </p:sp>
      <p:sp>
        <p:nvSpPr>
          <p:cNvPr id="8" name="Text Placeholder 3"/>
          <p:cNvSpPr>
            <a:spLocks noGrp="1"/>
          </p:cNvSpPr>
          <p:nvPr>
            <p:ph type="body" sz="quarter" idx="13"/>
          </p:nvPr>
        </p:nvSpPr>
        <p:spPr>
          <a:xfrm>
            <a:off x="820035" y="1086328"/>
            <a:ext cx="10515600" cy="600231"/>
          </a:xfrm>
          <a:prstGeom prst="rect">
            <a:avLst/>
          </a:prstGeom>
        </p:spPr>
        <p:txBody>
          <a:bodyPr>
            <a:normAutofit/>
          </a:bodyPr>
          <a:lstStyle>
            <a:lvl1pPr marL="0" indent="0" algn="ctr">
              <a:lnSpc>
                <a:spcPct val="100000"/>
              </a:lnSpc>
              <a:spcBef>
                <a:spcPts val="0"/>
              </a:spcBef>
              <a:buNone/>
              <a:defRPr sz="1400">
                <a:solidFill>
                  <a:schemeClr val="tx1">
                    <a:lumMod val="95000"/>
                    <a:lumOff val="5000"/>
                  </a:schemeClr>
                </a:solidFill>
                <a:latin typeface="+mn-lt"/>
              </a:defRPr>
            </a:lvl1pPr>
          </a:lstStyle>
          <a:p>
            <a:pPr lvl="0"/>
            <a:r>
              <a:rPr lang="en-GB"/>
              <a:t>Click to edit Master text styles</a:t>
            </a:r>
          </a:p>
        </p:txBody>
      </p:sp>
      <p:sp>
        <p:nvSpPr>
          <p:cNvPr id="9" name="Freeform 8">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3" name="Table Placeholder 2"/>
          <p:cNvSpPr>
            <a:spLocks noGrp="1"/>
          </p:cNvSpPr>
          <p:nvPr>
            <p:ph type="tbl" sz="quarter" idx="15"/>
          </p:nvPr>
        </p:nvSpPr>
        <p:spPr>
          <a:xfrm>
            <a:off x="1040606" y="2320607"/>
            <a:ext cx="10110788" cy="3171825"/>
          </a:xfrm>
        </p:spPr>
        <p:txBody>
          <a:bodyPr anchor="ctr"/>
          <a:lstStyle>
            <a:lvl1pPr marL="0" indent="0" algn="ctr">
              <a:buNone/>
              <a:defRPr>
                <a:latin typeface="+mn-lt"/>
              </a:defRPr>
            </a:lvl1pPr>
          </a:lstStyle>
          <a:p>
            <a:r>
              <a:rPr lang="en-GB"/>
              <a:t>Click icon to add table</a:t>
            </a:r>
            <a:endParaRPr lang="en-US"/>
          </a:p>
        </p:txBody>
      </p:sp>
      <p:sp>
        <p:nvSpPr>
          <p:cNvPr id="13"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5" name="Picture 4" descr="Logo&#10;&#10;Description automatically generated">
            <a:extLst>
              <a:ext uri="{FF2B5EF4-FFF2-40B4-BE49-F238E27FC236}">
                <a16:creationId xmlns:a16="http://schemas.microsoft.com/office/drawing/2014/main" id="{5E51A706-1FE7-3B76-7CD0-EA3D9EDB205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2560445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lum_Text_slide">
    <p:spTree>
      <p:nvGrpSpPr>
        <p:cNvPr id="1" name=""/>
        <p:cNvGrpSpPr/>
        <p:nvPr/>
      </p:nvGrpSpPr>
      <p:grpSpPr>
        <a:xfrm>
          <a:off x="0" y="0"/>
          <a:ext cx="0" cy="0"/>
          <a:chOff x="0" y="0"/>
          <a:chExt cx="0" cy="0"/>
        </a:xfrm>
      </p:grpSpPr>
      <p:pic>
        <p:nvPicPr>
          <p:cNvPr id="4" name="Picture 3" descr="A blurry image of a colorful background&#10;&#10;AI-generated content may be incorrect.">
            <a:extLst>
              <a:ext uri="{FF2B5EF4-FFF2-40B4-BE49-F238E27FC236}">
                <a16:creationId xmlns:a16="http://schemas.microsoft.com/office/drawing/2014/main" id="{ABE72154-81C3-CB8C-6D68-64996A64FA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01587" y="0"/>
            <a:ext cx="5490411" cy="6858000"/>
          </a:xfrm>
          <a:prstGeom prst="rect">
            <a:avLst/>
          </a:prstGeom>
        </p:spPr>
      </p:pic>
      <p:sp>
        <p:nvSpPr>
          <p:cNvPr id="8" name="Freeform 7">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9"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sp>
        <p:nvSpPr>
          <p:cNvPr id="11" name="Title 6"/>
          <p:cNvSpPr>
            <a:spLocks noGrp="1"/>
          </p:cNvSpPr>
          <p:nvPr>
            <p:ph type="title" hasCustomPrompt="1"/>
          </p:nvPr>
        </p:nvSpPr>
        <p:spPr>
          <a:xfrm>
            <a:off x="691461" y="628851"/>
            <a:ext cx="5444643" cy="1452613"/>
          </a:xfrm>
        </p:spPr>
        <p:txBody>
          <a:bodyPr>
            <a:noAutofit/>
          </a:bodyPr>
          <a:lstStyle>
            <a:lvl1pPr algn="l">
              <a:lnSpc>
                <a:spcPct val="100000"/>
              </a:lnSpc>
              <a:defRPr lang="en-US" sz="3600" b="1" kern="1200" spc="0" baseline="0" dirty="0">
                <a:solidFill>
                  <a:schemeClr val="tx1">
                    <a:lumMod val="95000"/>
                    <a:lumOff val="5000"/>
                  </a:schemeClr>
                </a:solidFill>
                <a:latin typeface="+mj-lt"/>
                <a:ea typeface="+mn-ea"/>
                <a:cs typeface="+mn-cs"/>
              </a:defRPr>
            </a:lvl1pPr>
          </a:lstStyle>
          <a:p>
            <a:r>
              <a:rPr lang="en-US" dirty="0"/>
              <a:t>Click To Edit </a:t>
            </a:r>
            <a:br>
              <a:rPr lang="en-US" dirty="0"/>
            </a:br>
            <a:r>
              <a:rPr lang="en-US" dirty="0"/>
              <a:t>Master Title Style</a:t>
            </a:r>
          </a:p>
        </p:txBody>
      </p:sp>
      <p:sp>
        <p:nvSpPr>
          <p:cNvPr id="12" name="Text Placeholder 15"/>
          <p:cNvSpPr>
            <a:spLocks noGrp="1"/>
          </p:cNvSpPr>
          <p:nvPr>
            <p:ph type="body" sz="quarter" idx="20"/>
          </p:nvPr>
        </p:nvSpPr>
        <p:spPr>
          <a:xfrm>
            <a:off x="691462" y="2334126"/>
            <a:ext cx="5444643" cy="3428999"/>
          </a:xfrm>
        </p:spPr>
        <p:txBody>
          <a:bodyPr>
            <a:normAutofit/>
          </a:bodyPr>
          <a:lstStyle>
            <a:lvl1pPr marL="228594" indent="-228594" algn="l">
              <a:lnSpc>
                <a:spcPct val="100000"/>
              </a:lnSpc>
              <a:spcBef>
                <a:spcPts val="400"/>
              </a:spcBef>
              <a:spcAft>
                <a:spcPts val="400"/>
              </a:spcAft>
              <a:buClr>
                <a:srgbClr val="0E151D"/>
              </a:buClr>
              <a:buSzPct val="100000"/>
              <a:buFont typeface="Arial" panose="020B0604020202020204" pitchFamily="34" charset="0"/>
              <a:buChar char="•"/>
              <a:defRPr sz="2000">
                <a:solidFill>
                  <a:schemeClr val="tx1">
                    <a:lumMod val="95000"/>
                    <a:lumOff val="5000"/>
                  </a:schemeClr>
                </a:solidFill>
                <a:latin typeface="+mn-lt"/>
              </a:defRPr>
            </a:lvl1pPr>
            <a:lvl2pPr marL="685783" indent="-228594" algn="l">
              <a:lnSpc>
                <a:spcPct val="100000"/>
              </a:lnSpc>
              <a:spcBef>
                <a:spcPts val="400"/>
              </a:spcBef>
              <a:spcAft>
                <a:spcPts val="400"/>
              </a:spcAft>
              <a:buClr>
                <a:srgbClr val="0E151D"/>
              </a:buClr>
              <a:buSzPct val="100000"/>
              <a:buFont typeface="Arial" panose="020B0604020202020204" pitchFamily="34" charset="0"/>
              <a:buChar char="•"/>
              <a:defRPr sz="1800">
                <a:solidFill>
                  <a:schemeClr val="tx1">
                    <a:lumMod val="95000"/>
                    <a:lumOff val="5000"/>
                  </a:schemeClr>
                </a:solidFill>
                <a:latin typeface="+mn-lt"/>
              </a:defRPr>
            </a:lvl2pPr>
            <a:lvl3pPr marL="1142971" indent="-228594" algn="l">
              <a:lnSpc>
                <a:spcPct val="100000"/>
              </a:lnSpc>
              <a:spcBef>
                <a:spcPts val="400"/>
              </a:spcBef>
              <a:spcAft>
                <a:spcPts val="400"/>
              </a:spcAft>
              <a:buClr>
                <a:srgbClr val="0E151D"/>
              </a:buClr>
              <a:buSzPct val="100000"/>
              <a:buFont typeface="Arial" panose="020B0604020202020204" pitchFamily="34" charset="0"/>
              <a:buChar char="•"/>
              <a:defRPr sz="1600">
                <a:solidFill>
                  <a:schemeClr val="tx1">
                    <a:lumMod val="95000"/>
                    <a:lumOff val="5000"/>
                  </a:schemeClr>
                </a:solidFill>
                <a:latin typeface="+mn-lt"/>
              </a:defRPr>
            </a:lvl3pPr>
            <a:lvl4pPr marL="1600160"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tx1">
                    <a:lumMod val="95000"/>
                    <a:lumOff val="5000"/>
                  </a:schemeClr>
                </a:solidFill>
                <a:latin typeface="+mn-lt"/>
              </a:defRPr>
            </a:lvl4pPr>
            <a:lvl5pPr marL="2057349"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tx1">
                    <a:lumMod val="95000"/>
                    <a:lumOff val="5000"/>
                  </a:schemeClr>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Text Placeholder 3"/>
          <p:cNvSpPr>
            <a:spLocks noGrp="1"/>
          </p:cNvSpPr>
          <p:nvPr>
            <p:ph type="body" sz="quarter" idx="21"/>
          </p:nvPr>
        </p:nvSpPr>
        <p:spPr>
          <a:xfrm>
            <a:off x="7507705" y="1622450"/>
            <a:ext cx="4101238" cy="406405"/>
          </a:xfrm>
          <a:prstGeom prst="rect">
            <a:avLst/>
          </a:prstGeom>
        </p:spPr>
        <p:txBody>
          <a:bodyPr anchor="ctr">
            <a:noAutofit/>
          </a:bodyPr>
          <a:lstStyle>
            <a:lvl1pPr marL="0" indent="0" algn="l">
              <a:lnSpc>
                <a:spcPct val="100000"/>
              </a:lnSpc>
              <a:spcBef>
                <a:spcPts val="0"/>
              </a:spcBef>
              <a:buNone/>
              <a:defRPr sz="2400" b="1">
                <a:solidFill>
                  <a:schemeClr val="bg1"/>
                </a:solidFill>
                <a:latin typeface="+mj-lt"/>
                <a:ea typeface="Roboto Condensed" panose="02000000000000000000" pitchFamily="2" charset="0"/>
              </a:defRPr>
            </a:lvl1pPr>
          </a:lstStyle>
          <a:p>
            <a:pPr lvl="0"/>
            <a:r>
              <a:rPr lang="en-GB"/>
              <a:t>Click to edit Master text styles</a:t>
            </a:r>
          </a:p>
        </p:txBody>
      </p:sp>
      <p:sp>
        <p:nvSpPr>
          <p:cNvPr id="14" name="Text Placeholder 15"/>
          <p:cNvSpPr>
            <a:spLocks noGrp="1"/>
          </p:cNvSpPr>
          <p:nvPr>
            <p:ph type="body" sz="quarter" idx="22"/>
          </p:nvPr>
        </p:nvSpPr>
        <p:spPr>
          <a:xfrm>
            <a:off x="7507705" y="2081464"/>
            <a:ext cx="4101238" cy="3681661"/>
          </a:xfrm>
        </p:spPr>
        <p:txBody>
          <a:bodyPr>
            <a:normAutofit/>
          </a:bodyPr>
          <a:lstStyle>
            <a:lvl1pPr marL="228594" indent="-228594" algn="l">
              <a:lnSpc>
                <a:spcPct val="100000"/>
              </a:lnSpc>
              <a:spcBef>
                <a:spcPts val="400"/>
              </a:spcBef>
              <a:spcAft>
                <a:spcPts val="400"/>
              </a:spcAft>
              <a:buClr>
                <a:schemeClr val="bg1"/>
              </a:buClr>
              <a:buSzPct val="100000"/>
              <a:buFont typeface="Arial" panose="020B0604020202020204" pitchFamily="34" charset="0"/>
              <a:buChar char="•"/>
              <a:defRPr sz="2000">
                <a:solidFill>
                  <a:schemeClr val="bg1"/>
                </a:solidFill>
                <a:latin typeface="+mn-lt"/>
              </a:defRPr>
            </a:lvl1pPr>
            <a:lvl2pPr marL="685783" indent="-228594" algn="l">
              <a:lnSpc>
                <a:spcPct val="100000"/>
              </a:lnSpc>
              <a:spcBef>
                <a:spcPts val="400"/>
              </a:spcBef>
              <a:spcAft>
                <a:spcPts val="400"/>
              </a:spcAft>
              <a:buClr>
                <a:schemeClr val="bg1"/>
              </a:buClr>
              <a:buSzPct val="100000"/>
              <a:buFont typeface="Arial" panose="020B0604020202020204" pitchFamily="34" charset="0"/>
              <a:buChar char="•"/>
              <a:defRPr sz="1800">
                <a:solidFill>
                  <a:schemeClr val="bg1"/>
                </a:solidFill>
                <a:latin typeface="+mn-lt"/>
              </a:defRPr>
            </a:lvl2pPr>
            <a:lvl3pPr marL="1142971" indent="-228594" algn="l">
              <a:lnSpc>
                <a:spcPct val="100000"/>
              </a:lnSpc>
              <a:spcBef>
                <a:spcPts val="400"/>
              </a:spcBef>
              <a:spcAft>
                <a:spcPts val="400"/>
              </a:spcAft>
              <a:buClr>
                <a:schemeClr val="bg1"/>
              </a:buClr>
              <a:buSzPct val="100000"/>
              <a:buFont typeface="Arial" panose="020B0604020202020204" pitchFamily="34" charset="0"/>
              <a:buChar char="•"/>
              <a:defRPr sz="1600">
                <a:solidFill>
                  <a:schemeClr val="bg1"/>
                </a:solidFill>
                <a:latin typeface="+mn-lt"/>
              </a:defRPr>
            </a:lvl3pPr>
            <a:lvl4pPr marL="1600160" indent="-228594" algn="l">
              <a:lnSpc>
                <a:spcPct val="100000"/>
              </a:lnSpc>
              <a:spcBef>
                <a:spcPts val="400"/>
              </a:spcBef>
              <a:spcAft>
                <a:spcPts val="400"/>
              </a:spcAft>
              <a:buClr>
                <a:schemeClr val="bg1"/>
              </a:buClr>
              <a:buSzPct val="100000"/>
              <a:buFont typeface="Arial" panose="020B0604020202020204" pitchFamily="34" charset="0"/>
              <a:buChar char="•"/>
              <a:defRPr sz="1400">
                <a:solidFill>
                  <a:schemeClr val="bg1"/>
                </a:solidFill>
                <a:latin typeface="+mn-lt"/>
              </a:defRPr>
            </a:lvl4pPr>
            <a:lvl5pPr marL="2057349" indent="-228594" algn="l">
              <a:lnSpc>
                <a:spcPct val="100000"/>
              </a:lnSpc>
              <a:spcBef>
                <a:spcPts val="400"/>
              </a:spcBef>
              <a:spcAft>
                <a:spcPts val="400"/>
              </a:spcAft>
              <a:buClr>
                <a:schemeClr val="bg1"/>
              </a:buClr>
              <a:buSzPct val="100000"/>
              <a:buFont typeface="Arial" panose="020B0604020202020204" pitchFamily="34" charset="0"/>
              <a:buChar char="•"/>
              <a:defRPr sz="1400">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6" name="Picture 5" descr="Logo&#10;&#10;Description automatically generated">
            <a:extLst>
              <a:ext uri="{FF2B5EF4-FFF2-40B4-BE49-F238E27FC236}">
                <a16:creationId xmlns:a16="http://schemas.microsoft.com/office/drawing/2014/main" id="{DE2DD6B0-9A6D-A40F-427C-9E9BEB88E9A7}"/>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3364069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ection_Slide">
    <p:spTree>
      <p:nvGrpSpPr>
        <p:cNvPr id="1" name=""/>
        <p:cNvGrpSpPr/>
        <p:nvPr/>
      </p:nvGrpSpPr>
      <p:grpSpPr>
        <a:xfrm>
          <a:off x="0" y="0"/>
          <a:ext cx="0" cy="0"/>
          <a:chOff x="0" y="0"/>
          <a:chExt cx="0" cy="0"/>
        </a:xfrm>
      </p:grpSpPr>
      <p:pic>
        <p:nvPicPr>
          <p:cNvPr id="3" name="Picture 2" descr="A blurry image of a colorful background&#10;&#10;AI-generated content may be incorrect.">
            <a:extLst>
              <a:ext uri="{FF2B5EF4-FFF2-40B4-BE49-F238E27FC236}">
                <a16:creationId xmlns:a16="http://schemas.microsoft.com/office/drawing/2014/main" id="{D921AD8E-314C-2B2E-C735-F5E5E2C4E4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686231">
            <a:off x="2872245" y="-1904538"/>
            <a:ext cx="12068796" cy="6911652"/>
          </a:xfrm>
          <a:prstGeom prst="rect">
            <a:avLst/>
          </a:prstGeom>
        </p:spPr>
      </p:pic>
      <p:sp>
        <p:nvSpPr>
          <p:cNvPr id="10" name="Freeform: Shape 13">
            <a:extLst>
              <a:ext uri="{FF2B5EF4-FFF2-40B4-BE49-F238E27FC236}">
                <a16:creationId xmlns:a16="http://schemas.microsoft.com/office/drawing/2014/main" id="{C03A6A0C-3E2B-474A-9E95-11212ECBB859}"/>
              </a:ext>
            </a:extLst>
          </p:cNvPr>
          <p:cNvSpPr/>
          <p:nvPr userDrawn="1"/>
        </p:nvSpPr>
        <p:spPr>
          <a:xfrm>
            <a:off x="0" y="1935921"/>
            <a:ext cx="7721599" cy="2359435"/>
          </a:xfrm>
          <a:custGeom>
            <a:avLst/>
            <a:gdLst>
              <a:gd name="connsiteX0" fmla="*/ 0 w 15330218"/>
              <a:gd name="connsiteY0" fmla="*/ 0 h 4719485"/>
              <a:gd name="connsiteX1" fmla="*/ 3136631 w 15330218"/>
              <a:gd name="connsiteY1" fmla="*/ 0 h 4719485"/>
              <a:gd name="connsiteX2" fmla="*/ 5715001 w 15330218"/>
              <a:gd name="connsiteY2" fmla="*/ 0 h 4719485"/>
              <a:gd name="connsiteX3" fmla="*/ 7372747 w 15330218"/>
              <a:gd name="connsiteY3" fmla="*/ 0 h 4719485"/>
              <a:gd name="connsiteX4" fmla="*/ 9324295 w 15330218"/>
              <a:gd name="connsiteY4" fmla="*/ 0 h 4719485"/>
              <a:gd name="connsiteX5" fmla="*/ 10610733 w 15330218"/>
              <a:gd name="connsiteY5" fmla="*/ 0 h 4719485"/>
              <a:gd name="connsiteX6" fmla="*/ 15330218 w 15330218"/>
              <a:gd name="connsiteY6" fmla="*/ 4719484 h 4719485"/>
              <a:gd name="connsiteX7" fmla="*/ 9324295 w 15330218"/>
              <a:gd name="connsiteY7" fmla="*/ 4719484 h 4719485"/>
              <a:gd name="connsiteX8" fmla="*/ 7372747 w 15330218"/>
              <a:gd name="connsiteY8" fmla="*/ 4719484 h 4719485"/>
              <a:gd name="connsiteX9" fmla="*/ 5715001 w 15330218"/>
              <a:gd name="connsiteY9" fmla="*/ 4719484 h 4719485"/>
              <a:gd name="connsiteX10" fmla="*/ 5715001 w 15330218"/>
              <a:gd name="connsiteY10" fmla="*/ 4719485 h 4719485"/>
              <a:gd name="connsiteX11" fmla="*/ 0 w 15330218"/>
              <a:gd name="connsiteY11" fmla="*/ 4719485 h 471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0218" h="4719485">
                <a:moveTo>
                  <a:pt x="0" y="0"/>
                </a:moveTo>
                <a:lnTo>
                  <a:pt x="3136631" y="0"/>
                </a:lnTo>
                <a:lnTo>
                  <a:pt x="5715001" y="0"/>
                </a:lnTo>
                <a:lnTo>
                  <a:pt x="7372747" y="0"/>
                </a:lnTo>
                <a:lnTo>
                  <a:pt x="9324295" y="0"/>
                </a:lnTo>
                <a:lnTo>
                  <a:pt x="10610733" y="0"/>
                </a:lnTo>
                <a:lnTo>
                  <a:pt x="15330218" y="4719484"/>
                </a:lnTo>
                <a:lnTo>
                  <a:pt x="9324295" y="4719484"/>
                </a:lnTo>
                <a:lnTo>
                  <a:pt x="7372747" y="4719484"/>
                </a:lnTo>
                <a:lnTo>
                  <a:pt x="5715001" y="4719484"/>
                </a:lnTo>
                <a:lnTo>
                  <a:pt x="5715001" y="4719485"/>
                </a:lnTo>
                <a:lnTo>
                  <a:pt x="0" y="4719485"/>
                </a:lnTo>
                <a:close/>
              </a:path>
            </a:pathLst>
          </a:custGeom>
          <a:solidFill>
            <a:srgbClr val="7427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900">
              <a:latin typeface="+mn-lt"/>
            </a:endParaRPr>
          </a:p>
        </p:txBody>
      </p:sp>
      <p:sp>
        <p:nvSpPr>
          <p:cNvPr id="12" name="Freeform: Shape 10">
            <a:extLst>
              <a:ext uri="{FF2B5EF4-FFF2-40B4-BE49-F238E27FC236}">
                <a16:creationId xmlns:a16="http://schemas.microsoft.com/office/drawing/2014/main" id="{B15337B6-F522-49D2-B572-AA7CEF428F32}"/>
              </a:ext>
            </a:extLst>
          </p:cNvPr>
          <p:cNvSpPr/>
          <p:nvPr userDrawn="1"/>
        </p:nvSpPr>
        <p:spPr>
          <a:xfrm>
            <a:off x="6096000" y="2684303"/>
            <a:ext cx="6096000" cy="2359435"/>
          </a:xfrm>
          <a:custGeom>
            <a:avLst/>
            <a:gdLst>
              <a:gd name="connsiteX0" fmla="*/ 0 w 12193587"/>
              <a:gd name="connsiteY0" fmla="*/ 0 h 4719484"/>
              <a:gd name="connsiteX1" fmla="*/ 6005923 w 12193587"/>
              <a:gd name="connsiteY1" fmla="*/ 0 h 4719484"/>
              <a:gd name="connsiteX2" fmla="*/ 7957471 w 12193587"/>
              <a:gd name="connsiteY2" fmla="*/ 0 h 4719484"/>
              <a:gd name="connsiteX3" fmla="*/ 12193587 w 12193587"/>
              <a:gd name="connsiteY3" fmla="*/ 0 h 4719484"/>
              <a:gd name="connsiteX4" fmla="*/ 12193587 w 12193587"/>
              <a:gd name="connsiteY4" fmla="*/ 4719484 h 4719484"/>
              <a:gd name="connsiteX5" fmla="*/ 7957471 w 12193587"/>
              <a:gd name="connsiteY5" fmla="*/ 4719484 h 4719484"/>
              <a:gd name="connsiteX6" fmla="*/ 6005923 w 12193587"/>
              <a:gd name="connsiteY6" fmla="*/ 4719484 h 4719484"/>
              <a:gd name="connsiteX7" fmla="*/ 4719485 w 12193587"/>
              <a:gd name="connsiteY7" fmla="*/ 4719484 h 471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587" h="4719484">
                <a:moveTo>
                  <a:pt x="0" y="0"/>
                </a:moveTo>
                <a:lnTo>
                  <a:pt x="6005923" y="0"/>
                </a:lnTo>
                <a:lnTo>
                  <a:pt x="7957471" y="0"/>
                </a:lnTo>
                <a:lnTo>
                  <a:pt x="12193587" y="0"/>
                </a:lnTo>
                <a:lnTo>
                  <a:pt x="12193587" y="4719484"/>
                </a:lnTo>
                <a:lnTo>
                  <a:pt x="7957471" y="4719484"/>
                </a:lnTo>
                <a:lnTo>
                  <a:pt x="6005923" y="4719484"/>
                </a:lnTo>
                <a:lnTo>
                  <a:pt x="4719485" y="4719484"/>
                </a:lnTo>
                <a:close/>
              </a:path>
            </a:pathLst>
          </a:custGeom>
          <a:solidFill>
            <a:srgbClr val="F4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900">
              <a:latin typeface="+mn-lt"/>
            </a:endParaRPr>
          </a:p>
        </p:txBody>
      </p:sp>
      <p:sp>
        <p:nvSpPr>
          <p:cNvPr id="13" name="Freeform 12">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8"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2" name="Picture 345" descr="shadow_1_m">
            <a:extLst>
              <a:ext uri="{FF2B5EF4-FFF2-40B4-BE49-F238E27FC236}">
                <a16:creationId xmlns:a16="http://schemas.microsoft.com/office/drawing/2014/main" id="{9A274C14-E7AC-CA30-52C5-D09C5E80F36C}"/>
              </a:ext>
            </a:extLst>
          </p:cNvPr>
          <p:cNvPicPr>
            <a:picLocks noChangeAspect="1" noChangeArrowheads="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gray">
          <a:xfrm rot="8100000">
            <a:off x="6800095" y="-104162"/>
            <a:ext cx="89068" cy="719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Logo&#10;&#10;Description automatically generated">
            <a:extLst>
              <a:ext uri="{FF2B5EF4-FFF2-40B4-BE49-F238E27FC236}">
                <a16:creationId xmlns:a16="http://schemas.microsoft.com/office/drawing/2014/main" id="{5C9FB099-AC1C-3BAE-A595-C495EE7759E7}"/>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1908006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_Slide">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8"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9" name="Picture 8" descr="Logo&#10;&#10;Description automatically generated">
            <a:extLst>
              <a:ext uri="{FF2B5EF4-FFF2-40B4-BE49-F238E27FC236}">
                <a16:creationId xmlns:a16="http://schemas.microsoft.com/office/drawing/2014/main" id="{5642F452-24E6-3B40-B2AB-994EDDFCD9F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3453" y="6206168"/>
            <a:ext cx="2371241" cy="609748"/>
          </a:xfrm>
          <a:prstGeom prst="rect">
            <a:avLst/>
          </a:prstGeom>
        </p:spPr>
      </p:pic>
    </p:spTree>
    <p:extLst>
      <p:ext uri="{BB962C8B-B14F-4D97-AF65-F5344CB8AC3E}">
        <p14:creationId xmlns:p14="http://schemas.microsoft.com/office/powerpoint/2010/main" val="83309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eaker Slide">
    <p:spTree>
      <p:nvGrpSpPr>
        <p:cNvPr id="1" name=""/>
        <p:cNvGrpSpPr/>
        <p:nvPr/>
      </p:nvGrpSpPr>
      <p:grpSpPr>
        <a:xfrm>
          <a:off x="0" y="0"/>
          <a:ext cx="0" cy="0"/>
          <a:chOff x="0" y="0"/>
          <a:chExt cx="0" cy="0"/>
        </a:xfrm>
      </p:grpSpPr>
      <p:pic>
        <p:nvPicPr>
          <p:cNvPr id="4" name="Picture 3" descr="A blurry image of a colorful background&#10;&#10;AI-generated content may be incorrect.">
            <a:extLst>
              <a:ext uri="{FF2B5EF4-FFF2-40B4-BE49-F238E27FC236}">
                <a16:creationId xmlns:a16="http://schemas.microsoft.com/office/drawing/2014/main" id="{63554053-B023-A751-C989-F94060297A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0" y="0"/>
            <a:ext cx="12204700" cy="2407534"/>
          </a:xfrm>
          <a:prstGeom prst="rect">
            <a:avLst/>
          </a:prstGeom>
        </p:spPr>
      </p:pic>
      <p:sp>
        <p:nvSpPr>
          <p:cNvPr id="8" name="Shape 12642"/>
          <p:cNvSpPr/>
          <p:nvPr userDrawn="1"/>
        </p:nvSpPr>
        <p:spPr>
          <a:xfrm>
            <a:off x="4657262" y="973714"/>
            <a:ext cx="2877476" cy="287747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a:solidFill>
              <a:srgbClr val="F4BF33"/>
            </a:solidFill>
            <a:miter lim="400000"/>
          </a:ln>
          <a:effectLst/>
        </p:spPr>
        <p:txBody>
          <a:bodyPr lIns="0" tIns="0" rIns="0" bIns="0" anchor="ctr"/>
          <a:lstStyle/>
          <a:p>
            <a:pPr lvl="0">
              <a:defRPr sz="3200">
                <a:solidFill>
                  <a:srgbClr val="FFFFFF"/>
                </a:solidFill>
              </a:defRPr>
            </a:pPr>
            <a:endParaRPr sz="1600">
              <a:latin typeface="+mn-lt"/>
            </a:endParaRPr>
          </a:p>
        </p:txBody>
      </p:sp>
      <p:sp>
        <p:nvSpPr>
          <p:cNvPr id="11" name="Picture Placeholder 10"/>
          <p:cNvSpPr>
            <a:spLocks noGrp="1"/>
          </p:cNvSpPr>
          <p:nvPr>
            <p:ph type="pic" sz="quarter" idx="10"/>
          </p:nvPr>
        </p:nvSpPr>
        <p:spPr>
          <a:xfrm>
            <a:off x="4738334" y="1054786"/>
            <a:ext cx="2715332" cy="2715332"/>
          </a:xfrm>
          <a:prstGeom prst="ellipse">
            <a:avLst/>
          </a:prstGeom>
        </p:spPr>
        <p:txBody>
          <a:bodyPr anchor="ctr">
            <a:normAutofit/>
          </a:bodyPr>
          <a:lstStyle>
            <a:lvl1pPr marL="0" indent="0" algn="ctr">
              <a:buNone/>
              <a:defRPr sz="1400">
                <a:latin typeface="+mn-lt"/>
              </a:defRPr>
            </a:lvl1pPr>
          </a:lstStyle>
          <a:p>
            <a:r>
              <a:rPr lang="en-GB"/>
              <a:t>Click icon to add picture</a:t>
            </a:r>
            <a:endParaRPr lang="en-US" dirty="0"/>
          </a:p>
        </p:txBody>
      </p:sp>
      <p:sp>
        <p:nvSpPr>
          <p:cNvPr id="12"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0"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2" name="Picture 1" descr="Logo&#10;&#10;Description automatically generated">
            <a:extLst>
              <a:ext uri="{FF2B5EF4-FFF2-40B4-BE49-F238E27FC236}">
                <a16:creationId xmlns:a16="http://schemas.microsoft.com/office/drawing/2014/main" id="{521CF207-BBA1-B206-3BE4-4C859D466BC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923496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_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624320" y="0"/>
            <a:ext cx="5567680" cy="6858000"/>
          </a:xfrm>
          <a:prstGeom prst="rect">
            <a:avLst/>
          </a:prstGeom>
        </p:spPr>
      </p:pic>
      <p:sp>
        <p:nvSpPr>
          <p:cNvPr id="10" name="Rectangle 9"/>
          <p:cNvSpPr/>
          <p:nvPr userDrawn="1"/>
        </p:nvSpPr>
        <p:spPr>
          <a:xfrm>
            <a:off x="6543040" y="-8682"/>
            <a:ext cx="5648960" cy="6866682"/>
          </a:xfrm>
          <a:prstGeom prst="rect">
            <a:avLst/>
          </a:prstGeom>
          <a:gradFill flip="none" rotWithShape="1">
            <a:gsLst>
              <a:gs pos="11000">
                <a:schemeClr val="bg1"/>
              </a:gs>
              <a:gs pos="50000">
                <a:srgbClr val="FBFDFE">
                  <a:alpha val="85000"/>
                </a:srgbClr>
              </a:gs>
              <a:gs pos="100000">
                <a:schemeClr val="bg1">
                  <a:alpha val="49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1"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4" name="Title 13"/>
          <p:cNvSpPr>
            <a:spLocks noGrp="1"/>
          </p:cNvSpPr>
          <p:nvPr>
            <p:ph type="title" hasCustomPrompt="1"/>
          </p:nvPr>
        </p:nvSpPr>
        <p:spPr>
          <a:xfrm>
            <a:off x="854075" y="660401"/>
            <a:ext cx="5770245" cy="1355408"/>
          </a:xfrm>
        </p:spPr>
        <p:txBody>
          <a:bodyPr/>
          <a:lstStyle>
            <a:lvl1pPr>
              <a:lnSpc>
                <a:spcPct val="100000"/>
              </a:lnSpc>
              <a:defRPr>
                <a:latin typeface="+mj-lt"/>
              </a:defRPr>
            </a:lvl1pPr>
          </a:lstStyle>
          <a:p>
            <a:r>
              <a:rPr lang="en-US" dirty="0"/>
              <a:t>Click to edit </a:t>
            </a:r>
            <a:br>
              <a:rPr lang="en-US" dirty="0"/>
            </a:br>
            <a:r>
              <a:rPr lang="en-US" dirty="0"/>
              <a:t>Master title style</a:t>
            </a:r>
          </a:p>
        </p:txBody>
      </p:sp>
      <p:sp>
        <p:nvSpPr>
          <p:cNvPr id="16" name="Text Placeholder 15"/>
          <p:cNvSpPr>
            <a:spLocks noGrp="1"/>
          </p:cNvSpPr>
          <p:nvPr>
            <p:ph type="body" sz="quarter" idx="14" hasCustomPrompt="1"/>
          </p:nvPr>
        </p:nvSpPr>
        <p:spPr>
          <a:xfrm>
            <a:off x="854075" y="2133601"/>
            <a:ext cx="5770563" cy="3383280"/>
          </a:xfrm>
        </p:spPr>
        <p:txBody>
          <a:bodyPr>
            <a:normAutofit/>
          </a:bodyPr>
          <a:lstStyle>
            <a:lvl1pPr marL="365760" indent="-514350">
              <a:lnSpc>
                <a:spcPct val="100000"/>
              </a:lnSpc>
              <a:spcBef>
                <a:spcPts val="200"/>
              </a:spcBef>
              <a:spcAft>
                <a:spcPts val="200"/>
              </a:spcAft>
              <a:buFont typeface="+mj-lt"/>
              <a:buAutoNum type="arabicPeriod"/>
              <a:defRPr sz="2000">
                <a:latin typeface="+mn-lt"/>
              </a:defRPr>
            </a:lvl1pPr>
            <a:lvl2pPr marL="914400" indent="-457200">
              <a:lnSpc>
                <a:spcPct val="100000"/>
              </a:lnSpc>
              <a:spcBef>
                <a:spcPts val="200"/>
              </a:spcBef>
              <a:spcAft>
                <a:spcPts val="200"/>
              </a:spcAft>
              <a:buFont typeface="+mj-lt"/>
              <a:buAutoNum type="arabicPeriod"/>
              <a:defRPr sz="1800">
                <a:latin typeface="+mn-lt"/>
              </a:defRPr>
            </a:lvl2pPr>
            <a:lvl3pPr marL="1371600" indent="-457200">
              <a:lnSpc>
                <a:spcPct val="100000"/>
              </a:lnSpc>
              <a:spcBef>
                <a:spcPts val="200"/>
              </a:spcBef>
              <a:spcAft>
                <a:spcPts val="200"/>
              </a:spcAft>
              <a:buFont typeface="+mj-lt"/>
              <a:buAutoNum type="arabicPeriod"/>
              <a:defRPr sz="1600">
                <a:latin typeface="+mn-lt"/>
              </a:defRPr>
            </a:lvl3pPr>
            <a:lvl4pPr marL="1714500" indent="-342900">
              <a:lnSpc>
                <a:spcPct val="100000"/>
              </a:lnSpc>
              <a:spcBef>
                <a:spcPts val="200"/>
              </a:spcBef>
              <a:spcAft>
                <a:spcPts val="200"/>
              </a:spcAft>
              <a:buFont typeface="+mj-lt"/>
              <a:buAutoNum type="arabicPeriod"/>
              <a:defRPr sz="1400">
                <a:latin typeface="+mn-lt"/>
              </a:defRPr>
            </a:lvl4pPr>
            <a:lvl5pPr marL="2171700" indent="-342900">
              <a:lnSpc>
                <a:spcPct val="100000"/>
              </a:lnSpc>
              <a:spcBef>
                <a:spcPts val="200"/>
              </a:spcBef>
              <a:spcAft>
                <a:spcPts val="200"/>
              </a:spcAft>
              <a:buFont typeface="+mj-lt"/>
              <a:buAutoNum type="arabicPeriod"/>
              <a:defRPr sz="1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2" name="Picture 1" descr="Logo&#10;&#10;Description automatically generated">
            <a:extLst>
              <a:ext uri="{FF2B5EF4-FFF2-40B4-BE49-F238E27FC236}">
                <a16:creationId xmlns:a16="http://schemas.microsoft.com/office/drawing/2014/main" id="{5F0F9927-201F-300A-DC05-D4C613FBB52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2719579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50E1836C-31D9-4885-8AC5-ABFC564FE406}"/>
              </a:ext>
            </a:extLst>
          </p:cNvPr>
          <p:cNvSpPr>
            <a:spLocks noGrp="1"/>
          </p:cNvSpPr>
          <p:nvPr>
            <p:ph type="pic" sz="quarter" idx="10"/>
          </p:nvPr>
        </p:nvSpPr>
        <p:spPr>
          <a:xfrm>
            <a:off x="5891514" y="2"/>
            <a:ext cx="6300484" cy="5413385"/>
          </a:xfrm>
          <a:custGeom>
            <a:avLst/>
            <a:gdLst>
              <a:gd name="connsiteX0" fmla="*/ 1031106 w 7021572"/>
              <a:gd name="connsiteY0" fmla="*/ 0 h 6032945"/>
              <a:gd name="connsiteX1" fmla="*/ 7021572 w 7021572"/>
              <a:gd name="connsiteY1" fmla="*/ 0 h 6032945"/>
              <a:gd name="connsiteX2" fmla="*/ 7021572 w 7021572"/>
              <a:gd name="connsiteY2" fmla="*/ 5484686 h 6032945"/>
              <a:gd name="connsiteX3" fmla="*/ 1424105 w 7021572"/>
              <a:gd name="connsiteY3" fmla="*/ 5408650 h 6032945"/>
              <a:gd name="connsiteX4" fmla="*/ 1031106 w 7021572"/>
              <a:gd name="connsiteY4" fmla="*/ 0 h 6032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1572" h="6032945">
                <a:moveTo>
                  <a:pt x="1031106" y="0"/>
                </a:moveTo>
                <a:lnTo>
                  <a:pt x="7021572" y="0"/>
                </a:lnTo>
                <a:lnTo>
                  <a:pt x="7021572" y="5484686"/>
                </a:lnTo>
                <a:cubicBezTo>
                  <a:pt x="5289184" y="3670410"/>
                  <a:pt x="3608694" y="7451030"/>
                  <a:pt x="1424105" y="5408650"/>
                </a:cubicBezTo>
                <a:cubicBezTo>
                  <a:pt x="-1042032" y="3103050"/>
                  <a:pt x="288061" y="1349236"/>
                  <a:pt x="1031106" y="0"/>
                </a:cubicBezTo>
                <a:close/>
              </a:path>
            </a:pathLst>
          </a:custGeom>
        </p:spPr>
        <p:txBody>
          <a:bodyPr wrap="square">
            <a:noAutofit/>
          </a:bodyPr>
          <a:lstStyle>
            <a:lvl1pPr>
              <a:defRPr>
                <a:latin typeface="+mn-lt"/>
              </a:defRPr>
            </a:lvl1pPr>
          </a:lstStyle>
          <a:p>
            <a:r>
              <a:rPr lang="en-GB"/>
              <a:t>Click icon to add picture</a:t>
            </a:r>
            <a:endParaRPr lang="en-US" dirty="0"/>
          </a:p>
        </p:txBody>
      </p:sp>
      <p:sp>
        <p:nvSpPr>
          <p:cNvPr id="8"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3" name="Title 12"/>
          <p:cNvSpPr>
            <a:spLocks noGrp="1"/>
          </p:cNvSpPr>
          <p:nvPr>
            <p:ph type="title"/>
          </p:nvPr>
        </p:nvSpPr>
        <p:spPr>
          <a:xfrm>
            <a:off x="713966" y="3432197"/>
            <a:ext cx="4532453" cy="1325563"/>
          </a:xfrm>
        </p:spPr>
        <p:txBody>
          <a:bodyPr>
            <a:normAutofit/>
          </a:bodyPr>
          <a:lstStyle>
            <a:lvl1pPr>
              <a:defRPr sz="4000" b="0">
                <a:latin typeface="+mj-lt"/>
              </a:defRPr>
            </a:lvl1pPr>
          </a:lstStyle>
          <a:p>
            <a:r>
              <a:rPr lang="en-GB"/>
              <a:t>Click to edit Master title style</a:t>
            </a:r>
            <a:endParaRPr lang="en-US" dirty="0"/>
          </a:p>
        </p:txBody>
      </p:sp>
      <p:sp>
        <p:nvSpPr>
          <p:cNvPr id="14" name="Text Placeholder 10"/>
          <p:cNvSpPr>
            <a:spLocks noGrp="1"/>
          </p:cNvSpPr>
          <p:nvPr>
            <p:ph type="body" sz="quarter" idx="14"/>
          </p:nvPr>
        </p:nvSpPr>
        <p:spPr>
          <a:xfrm>
            <a:off x="713966" y="4790824"/>
            <a:ext cx="4532453" cy="730079"/>
          </a:xfrm>
        </p:spPr>
        <p:txBody>
          <a:bodyPr>
            <a:noAutofit/>
          </a:bodyPr>
          <a:lstStyle>
            <a:lvl1pPr marL="0" indent="0" algn="l">
              <a:lnSpc>
                <a:spcPct val="100000"/>
              </a:lnSpc>
              <a:spcBef>
                <a:spcPts val="0"/>
              </a:spcBef>
              <a:buNone/>
              <a:defRPr sz="140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GB"/>
              <a:t>Click to edit Master text styles</a:t>
            </a:r>
          </a:p>
        </p:txBody>
      </p:sp>
      <p:sp>
        <p:nvSpPr>
          <p:cNvPr id="9"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2" name="Picture 1" descr="Logo&#10;&#10;Description automatically generated">
            <a:extLst>
              <a:ext uri="{FF2B5EF4-FFF2-40B4-BE49-F238E27FC236}">
                <a16:creationId xmlns:a16="http://schemas.microsoft.com/office/drawing/2014/main" id="{1BF91694-EFB1-A81E-1633-66FD0B0EA91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1920" y="6190529"/>
            <a:ext cx="2371241" cy="609748"/>
          </a:xfrm>
          <a:prstGeom prst="rect">
            <a:avLst/>
          </a:prstGeom>
        </p:spPr>
      </p:pic>
    </p:spTree>
    <p:extLst>
      <p:ext uri="{BB962C8B-B14F-4D97-AF65-F5344CB8AC3E}">
        <p14:creationId xmlns:p14="http://schemas.microsoft.com/office/powerpoint/2010/main" val="1991403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lum_Text_slide">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8778240" y="563880"/>
            <a:ext cx="3413760" cy="5730240"/>
          </a:xfrm>
          <a:prstGeom prst="rect">
            <a:avLst/>
          </a:prstGeom>
        </p:spPr>
      </p:pic>
      <p:sp>
        <p:nvSpPr>
          <p:cNvPr id="11"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endParaRPr lang="en-ID">
              <a:latin typeface="+mn-lt"/>
            </a:endParaRPr>
          </a:p>
        </p:txBody>
      </p:sp>
      <p:sp>
        <p:nvSpPr>
          <p:cNvPr id="15" name="Title 6"/>
          <p:cNvSpPr>
            <a:spLocks noGrp="1"/>
          </p:cNvSpPr>
          <p:nvPr>
            <p:ph type="title" hasCustomPrompt="1"/>
          </p:nvPr>
        </p:nvSpPr>
        <p:spPr>
          <a:xfrm>
            <a:off x="830194" y="701040"/>
            <a:ext cx="10515600" cy="821045"/>
          </a:xfrm>
        </p:spPr>
        <p:txBody>
          <a:bodyPr>
            <a:noAutofit/>
          </a:bodyPr>
          <a:lstStyle>
            <a:lvl1pPr algn="l">
              <a:lnSpc>
                <a:spcPct val="100000"/>
              </a:lnSpc>
              <a:defRPr lang="en-US" sz="3600" b="1" kern="1200" spc="0" baseline="0" dirty="0">
                <a:solidFill>
                  <a:schemeClr val="tx1">
                    <a:lumMod val="95000"/>
                    <a:lumOff val="5000"/>
                  </a:schemeClr>
                </a:solidFill>
                <a:latin typeface="+mj-lt"/>
                <a:ea typeface="+mn-ea"/>
                <a:cs typeface="+mn-cs"/>
              </a:defRPr>
            </a:lvl1pPr>
          </a:lstStyle>
          <a:p>
            <a:r>
              <a:rPr lang="en-US" dirty="0"/>
              <a:t>Click To Edit Master Title Style</a:t>
            </a:r>
          </a:p>
        </p:txBody>
      </p:sp>
      <p:sp>
        <p:nvSpPr>
          <p:cNvPr id="17" name="Text Placeholder 3"/>
          <p:cNvSpPr>
            <a:spLocks noGrp="1"/>
          </p:cNvSpPr>
          <p:nvPr>
            <p:ph type="body" sz="quarter" idx="14"/>
          </p:nvPr>
        </p:nvSpPr>
        <p:spPr>
          <a:xfrm>
            <a:off x="830194" y="1511199"/>
            <a:ext cx="10501292" cy="449681"/>
          </a:xfrm>
          <a:prstGeom prst="rect">
            <a:avLst/>
          </a:prstGeom>
        </p:spPr>
        <p:txBody>
          <a:bodyPr>
            <a:normAutofit/>
          </a:bodyPr>
          <a:lstStyle>
            <a:lvl1pPr marL="0" indent="0" algn="l">
              <a:lnSpc>
                <a:spcPct val="100000"/>
              </a:lnSpc>
              <a:spcBef>
                <a:spcPts val="0"/>
              </a:spcBef>
              <a:buNone/>
              <a:defRPr sz="2000">
                <a:solidFill>
                  <a:schemeClr val="tx1">
                    <a:lumMod val="95000"/>
                    <a:lumOff val="5000"/>
                  </a:schemeClr>
                </a:solidFill>
                <a:latin typeface="+mn-lt"/>
              </a:defRPr>
            </a:lvl1pPr>
          </a:lstStyle>
          <a:p>
            <a:pPr lvl="0"/>
            <a:r>
              <a:rPr lang="en-GB"/>
              <a:t>Click to edit Master text styles</a:t>
            </a:r>
          </a:p>
        </p:txBody>
      </p:sp>
      <p:sp>
        <p:nvSpPr>
          <p:cNvPr id="18" name="Text Placeholder 3"/>
          <p:cNvSpPr>
            <a:spLocks noGrp="1"/>
          </p:cNvSpPr>
          <p:nvPr>
            <p:ph type="body" sz="quarter" idx="21"/>
          </p:nvPr>
        </p:nvSpPr>
        <p:spPr>
          <a:xfrm>
            <a:off x="830194" y="2211054"/>
            <a:ext cx="7062522" cy="406405"/>
          </a:xfrm>
          <a:prstGeom prst="rect">
            <a:avLst/>
          </a:prstGeom>
        </p:spPr>
        <p:txBody>
          <a:bodyPr anchor="ctr">
            <a:noAutofit/>
          </a:bodyPr>
          <a:lstStyle>
            <a:lvl1pPr marL="0" indent="0" algn="l">
              <a:lnSpc>
                <a:spcPct val="100000"/>
              </a:lnSpc>
              <a:spcBef>
                <a:spcPts val="0"/>
              </a:spcBef>
              <a:buNone/>
              <a:defRPr sz="2000" b="1">
                <a:solidFill>
                  <a:schemeClr val="tx1">
                    <a:lumMod val="95000"/>
                    <a:lumOff val="5000"/>
                  </a:schemeClr>
                </a:solidFill>
                <a:latin typeface="+mj-lt"/>
                <a:ea typeface="Roboto Condensed" panose="02000000000000000000" pitchFamily="2" charset="0"/>
              </a:defRPr>
            </a:lvl1pPr>
          </a:lstStyle>
          <a:p>
            <a:pPr lvl="0"/>
            <a:r>
              <a:rPr lang="en-GB"/>
              <a:t>Click to edit Master text styles</a:t>
            </a:r>
          </a:p>
        </p:txBody>
      </p:sp>
      <p:sp>
        <p:nvSpPr>
          <p:cNvPr id="19" name="Text Placeholder 15"/>
          <p:cNvSpPr>
            <a:spLocks noGrp="1"/>
          </p:cNvSpPr>
          <p:nvPr>
            <p:ph type="body" sz="quarter" idx="20"/>
          </p:nvPr>
        </p:nvSpPr>
        <p:spPr>
          <a:xfrm>
            <a:off x="830194" y="2670068"/>
            <a:ext cx="7062522" cy="2960711"/>
          </a:xfrm>
        </p:spPr>
        <p:txBody>
          <a:bodyPr>
            <a:normAutofit/>
          </a:bodyPr>
          <a:lstStyle>
            <a:lvl1pPr marL="228594" indent="-228594" algn="l">
              <a:lnSpc>
                <a:spcPct val="100000"/>
              </a:lnSpc>
              <a:spcBef>
                <a:spcPts val="400"/>
              </a:spcBef>
              <a:spcAft>
                <a:spcPts val="400"/>
              </a:spcAft>
              <a:buClr>
                <a:srgbClr val="0E151D"/>
              </a:buClr>
              <a:buSzPct val="100000"/>
              <a:buFont typeface="Arial" panose="020B0604020202020204" pitchFamily="34" charset="0"/>
              <a:buChar char="•"/>
              <a:defRPr sz="1800">
                <a:solidFill>
                  <a:schemeClr val="tx1">
                    <a:lumMod val="95000"/>
                    <a:lumOff val="5000"/>
                  </a:schemeClr>
                </a:solidFill>
                <a:latin typeface="+mn-lt"/>
              </a:defRPr>
            </a:lvl1pPr>
            <a:lvl2pPr marL="685783" indent="-228594" algn="l">
              <a:lnSpc>
                <a:spcPct val="100000"/>
              </a:lnSpc>
              <a:spcBef>
                <a:spcPts val="400"/>
              </a:spcBef>
              <a:spcAft>
                <a:spcPts val="400"/>
              </a:spcAft>
              <a:buClr>
                <a:srgbClr val="0E151D"/>
              </a:buClr>
              <a:buSzPct val="100000"/>
              <a:buFont typeface="Arial" panose="020B0604020202020204" pitchFamily="34" charset="0"/>
              <a:buChar char="•"/>
              <a:defRPr sz="1800">
                <a:solidFill>
                  <a:schemeClr val="tx1">
                    <a:lumMod val="95000"/>
                    <a:lumOff val="5000"/>
                  </a:schemeClr>
                </a:solidFill>
                <a:latin typeface="+mn-lt"/>
              </a:defRPr>
            </a:lvl2pPr>
            <a:lvl3pPr marL="1142971" indent="-228594" algn="l">
              <a:lnSpc>
                <a:spcPct val="100000"/>
              </a:lnSpc>
              <a:spcBef>
                <a:spcPts val="400"/>
              </a:spcBef>
              <a:spcAft>
                <a:spcPts val="400"/>
              </a:spcAft>
              <a:buClr>
                <a:srgbClr val="0E151D"/>
              </a:buClr>
              <a:buSzPct val="100000"/>
              <a:buFont typeface="Arial" panose="020B0604020202020204" pitchFamily="34" charset="0"/>
              <a:buChar char="•"/>
              <a:defRPr sz="1600">
                <a:solidFill>
                  <a:schemeClr val="tx1">
                    <a:lumMod val="95000"/>
                    <a:lumOff val="5000"/>
                  </a:schemeClr>
                </a:solidFill>
                <a:latin typeface="+mn-lt"/>
              </a:defRPr>
            </a:lvl3pPr>
            <a:lvl4pPr marL="1600160"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tx1">
                    <a:lumMod val="95000"/>
                    <a:lumOff val="5000"/>
                  </a:schemeClr>
                </a:solidFill>
                <a:latin typeface="+mn-lt"/>
              </a:defRPr>
            </a:lvl4pPr>
            <a:lvl5pPr marL="2057349"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tx1">
                    <a:lumMod val="95000"/>
                    <a:lumOff val="5000"/>
                  </a:schemeClr>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pic>
        <p:nvPicPr>
          <p:cNvPr id="12" name="Picture 11" descr="Logo&#10;&#10;Description automatically generated">
            <a:extLst>
              <a:ext uri="{FF2B5EF4-FFF2-40B4-BE49-F238E27FC236}">
                <a16:creationId xmlns:a16="http://schemas.microsoft.com/office/drawing/2014/main" id="{0A21B8F4-379B-0647-9B32-8B87E565C24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3453" y="6206168"/>
            <a:ext cx="2371241" cy="609748"/>
          </a:xfrm>
          <a:prstGeom prst="rect">
            <a:avLst/>
          </a:prstGeom>
        </p:spPr>
      </p:pic>
    </p:spTree>
    <p:extLst>
      <p:ext uri="{BB962C8B-B14F-4D97-AF65-F5344CB8AC3E}">
        <p14:creationId xmlns:p14="http://schemas.microsoft.com/office/powerpoint/2010/main" val="2533356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6558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E5692-9834-2FD2-BF7F-DA1DF0A73BFE}"/>
              </a:ext>
            </a:extLst>
          </p:cNvPr>
          <p:cNvGrpSpPr/>
          <p:nvPr userDrawn="1"/>
        </p:nvGrpSpPr>
        <p:grpSpPr>
          <a:xfrm>
            <a:off x="121919" y="6190529"/>
            <a:ext cx="2371241" cy="609748"/>
            <a:chOff x="0" y="1861457"/>
            <a:chExt cx="12192000" cy="3135086"/>
          </a:xfrm>
        </p:grpSpPr>
        <p:pic>
          <p:nvPicPr>
            <p:cNvPr id="20" name="Picture 19" descr="A black background with numbers&#10;&#10;AI-generated content may be incorrect.">
              <a:extLst>
                <a:ext uri="{FF2B5EF4-FFF2-40B4-BE49-F238E27FC236}">
                  <a16:creationId xmlns:a16="http://schemas.microsoft.com/office/drawing/2014/main" id="{795E1775-34B0-1562-0541-90D430F316A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22" name="Picture 21" descr="A black background with white letters&#10;&#10;AI-generated content may be incorrect.">
              <a:extLst>
                <a:ext uri="{FF2B5EF4-FFF2-40B4-BE49-F238E27FC236}">
                  <a16:creationId xmlns:a16="http://schemas.microsoft.com/office/drawing/2014/main" id="{ABA34E6B-A915-04B8-BE7C-16477CA1263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
        <p:nvSpPr>
          <p:cNvPr id="7" name="Freeform 6">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8"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13" name="Title 6"/>
          <p:cNvSpPr>
            <a:spLocks noGrp="1"/>
          </p:cNvSpPr>
          <p:nvPr>
            <p:ph type="title" hasCustomPrompt="1"/>
          </p:nvPr>
        </p:nvSpPr>
        <p:spPr>
          <a:xfrm>
            <a:off x="3598280" y="2799631"/>
            <a:ext cx="4995441" cy="647246"/>
          </a:xfrm>
        </p:spPr>
        <p:txBody>
          <a:bodyPr>
            <a:noAutofit/>
          </a:bodyPr>
          <a:lstStyle>
            <a:lvl1pPr algn="ctr">
              <a:lnSpc>
                <a:spcPct val="100000"/>
              </a:lnSpc>
              <a:defRPr lang="en-US" sz="4000" b="1" kern="1200" spc="0" baseline="0" dirty="0">
                <a:solidFill>
                  <a:schemeClr val="bg1"/>
                </a:solidFill>
                <a:latin typeface="+mj-lt"/>
                <a:ea typeface="+mn-ea"/>
                <a:cs typeface="+mn-cs"/>
              </a:defRPr>
            </a:lvl1pPr>
          </a:lstStyle>
          <a:p>
            <a:r>
              <a:rPr lang="en-US" dirty="0"/>
              <a:t>END SLIDE</a:t>
            </a:r>
          </a:p>
        </p:txBody>
      </p:sp>
      <p:sp>
        <p:nvSpPr>
          <p:cNvPr id="14" name="Text Placeholder 3"/>
          <p:cNvSpPr>
            <a:spLocks noGrp="1"/>
          </p:cNvSpPr>
          <p:nvPr>
            <p:ph type="body" sz="quarter" idx="13"/>
          </p:nvPr>
        </p:nvSpPr>
        <p:spPr>
          <a:xfrm>
            <a:off x="3598280" y="3435990"/>
            <a:ext cx="4995441" cy="600231"/>
          </a:xfrm>
          <a:prstGeom prst="rect">
            <a:avLst/>
          </a:prstGeom>
        </p:spPr>
        <p:txBody>
          <a:bodyPr>
            <a:normAutofit/>
          </a:bodyPr>
          <a:lstStyle>
            <a:lvl1pPr marL="0" indent="0" algn="ctr">
              <a:lnSpc>
                <a:spcPct val="100000"/>
              </a:lnSpc>
              <a:spcBef>
                <a:spcPts val="0"/>
              </a:spcBef>
              <a:buNone/>
              <a:defRPr sz="1400">
                <a:solidFill>
                  <a:schemeClr val="bg1"/>
                </a:solidFill>
                <a:latin typeface="+mn-lt"/>
              </a:defRPr>
            </a:lvl1pPr>
          </a:lstStyle>
          <a:p>
            <a:pPr lvl="0"/>
            <a:r>
              <a:rPr lang="en-US"/>
              <a:t>Click to edit Master text styles</a:t>
            </a:r>
          </a:p>
        </p:txBody>
      </p:sp>
    </p:spTree>
    <p:extLst>
      <p:ext uri="{BB962C8B-B14F-4D97-AF65-F5344CB8AC3E}">
        <p14:creationId xmlns:p14="http://schemas.microsoft.com/office/powerpoint/2010/main" val="3246179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_Slide">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838200" y="449969"/>
            <a:ext cx="10515600" cy="647246"/>
          </a:xfrm>
        </p:spPr>
        <p:txBody>
          <a:bodyPr>
            <a:noAutofit/>
          </a:bodyPr>
          <a:lstStyle>
            <a:lvl1pPr algn="ctr">
              <a:lnSpc>
                <a:spcPct val="100000"/>
              </a:lnSpc>
              <a:defRPr lang="en-US" sz="3600" b="1" kern="1200" spc="0" baseline="0" dirty="0">
                <a:solidFill>
                  <a:schemeClr val="bg1"/>
                </a:solidFill>
                <a:latin typeface="+mj-lt"/>
                <a:ea typeface="+mn-ea"/>
                <a:cs typeface="+mn-cs"/>
              </a:defRPr>
            </a:lvl1pPr>
          </a:lstStyle>
          <a:p>
            <a:r>
              <a:rPr lang="en-US" dirty="0"/>
              <a:t>Click To Edit Master Title Style</a:t>
            </a:r>
          </a:p>
        </p:txBody>
      </p:sp>
      <p:sp>
        <p:nvSpPr>
          <p:cNvPr id="8" name="Text Placeholder 3"/>
          <p:cNvSpPr>
            <a:spLocks noGrp="1"/>
          </p:cNvSpPr>
          <p:nvPr>
            <p:ph type="body" sz="quarter" idx="13"/>
          </p:nvPr>
        </p:nvSpPr>
        <p:spPr>
          <a:xfrm>
            <a:off x="820035" y="1086328"/>
            <a:ext cx="10515600" cy="600231"/>
          </a:xfrm>
          <a:prstGeom prst="rect">
            <a:avLst/>
          </a:prstGeom>
        </p:spPr>
        <p:txBody>
          <a:bodyPr>
            <a:normAutofit/>
          </a:bodyPr>
          <a:lstStyle>
            <a:lvl1pPr marL="0" indent="0" algn="ctr">
              <a:lnSpc>
                <a:spcPct val="100000"/>
              </a:lnSpc>
              <a:spcBef>
                <a:spcPts val="0"/>
              </a:spcBef>
              <a:buNone/>
              <a:defRPr sz="1400">
                <a:solidFill>
                  <a:schemeClr val="bg1"/>
                </a:solidFill>
                <a:latin typeface="+mn-lt"/>
              </a:defRPr>
            </a:lvl1pPr>
          </a:lstStyle>
          <a:p>
            <a:pPr lvl="0"/>
            <a:r>
              <a:rPr lang="en-US" dirty="0"/>
              <a:t>Click to edit Master text styles</a:t>
            </a:r>
          </a:p>
        </p:txBody>
      </p:sp>
      <p:sp>
        <p:nvSpPr>
          <p:cNvPr id="9" name="Freeform 8">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14"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12" name="Group 11">
            <a:extLst>
              <a:ext uri="{FF2B5EF4-FFF2-40B4-BE49-F238E27FC236}">
                <a16:creationId xmlns:a16="http://schemas.microsoft.com/office/drawing/2014/main" id="{25F6FFC7-0091-081D-9113-085C4177270D}"/>
              </a:ext>
            </a:extLst>
          </p:cNvPr>
          <p:cNvGrpSpPr/>
          <p:nvPr userDrawn="1"/>
        </p:nvGrpSpPr>
        <p:grpSpPr>
          <a:xfrm>
            <a:off x="121919" y="6190529"/>
            <a:ext cx="2371241" cy="609748"/>
            <a:chOff x="0" y="1861457"/>
            <a:chExt cx="12192000" cy="3135086"/>
          </a:xfrm>
        </p:grpSpPr>
        <p:pic>
          <p:nvPicPr>
            <p:cNvPr id="13" name="Picture 12" descr="A black background with numbers&#10;&#10;AI-generated content may be incorrect.">
              <a:extLst>
                <a:ext uri="{FF2B5EF4-FFF2-40B4-BE49-F238E27FC236}">
                  <a16:creationId xmlns:a16="http://schemas.microsoft.com/office/drawing/2014/main" id="{A3EE172B-16CE-3D50-6C95-6142A4A06B1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15" name="Picture 14" descr="A black background with white letters&#10;&#10;AI-generated content may be incorrect.">
              <a:extLst>
                <a:ext uri="{FF2B5EF4-FFF2-40B4-BE49-F238E27FC236}">
                  <a16:creationId xmlns:a16="http://schemas.microsoft.com/office/drawing/2014/main" id="{6B4F7B33-DF1D-93F3-ACA2-F04A2867EE7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2239118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_Slide">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838200" y="449969"/>
            <a:ext cx="10515600" cy="647246"/>
          </a:xfrm>
        </p:spPr>
        <p:txBody>
          <a:bodyPr>
            <a:noAutofit/>
          </a:bodyPr>
          <a:lstStyle>
            <a:lvl1pPr algn="ctr">
              <a:lnSpc>
                <a:spcPct val="100000"/>
              </a:lnSpc>
              <a:defRPr lang="en-US" sz="3600" b="1" kern="1200" spc="0" baseline="0" dirty="0">
                <a:solidFill>
                  <a:schemeClr val="bg1"/>
                </a:solidFill>
                <a:latin typeface="+mj-lt"/>
                <a:ea typeface="+mn-ea"/>
                <a:cs typeface="+mn-cs"/>
              </a:defRPr>
            </a:lvl1pPr>
          </a:lstStyle>
          <a:p>
            <a:r>
              <a:rPr lang="en-US" dirty="0"/>
              <a:t>Click To Edit Master Title Style</a:t>
            </a:r>
          </a:p>
        </p:txBody>
      </p:sp>
      <p:sp>
        <p:nvSpPr>
          <p:cNvPr id="8" name="Text Placeholder 3"/>
          <p:cNvSpPr>
            <a:spLocks noGrp="1"/>
          </p:cNvSpPr>
          <p:nvPr>
            <p:ph type="body" sz="quarter" idx="13"/>
          </p:nvPr>
        </p:nvSpPr>
        <p:spPr>
          <a:xfrm>
            <a:off x="820035" y="1086328"/>
            <a:ext cx="10515600" cy="600231"/>
          </a:xfrm>
          <a:prstGeom prst="rect">
            <a:avLst/>
          </a:prstGeom>
        </p:spPr>
        <p:txBody>
          <a:bodyPr>
            <a:normAutofit/>
          </a:bodyPr>
          <a:lstStyle>
            <a:lvl1pPr marL="0" indent="0" algn="ctr">
              <a:lnSpc>
                <a:spcPct val="100000"/>
              </a:lnSpc>
              <a:spcBef>
                <a:spcPts val="0"/>
              </a:spcBef>
              <a:buNone/>
              <a:defRPr sz="1400">
                <a:solidFill>
                  <a:schemeClr val="bg1"/>
                </a:solidFill>
                <a:latin typeface="+mn-lt"/>
              </a:defRPr>
            </a:lvl1pPr>
          </a:lstStyle>
          <a:p>
            <a:pPr lvl="0"/>
            <a:r>
              <a:rPr lang="en-US" dirty="0"/>
              <a:t>Click to edit Master text styles</a:t>
            </a:r>
          </a:p>
        </p:txBody>
      </p:sp>
      <p:sp>
        <p:nvSpPr>
          <p:cNvPr id="9" name="Freeform 8">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5" name="Chart Placeholder 4"/>
          <p:cNvSpPr>
            <a:spLocks noGrp="1"/>
          </p:cNvSpPr>
          <p:nvPr>
            <p:ph type="chart" sz="quarter" idx="15"/>
          </p:nvPr>
        </p:nvSpPr>
        <p:spPr>
          <a:xfrm>
            <a:off x="838200" y="1869141"/>
            <a:ext cx="5360894" cy="3966883"/>
          </a:xfrm>
        </p:spPr>
        <p:txBody>
          <a:bodyPr anchor="ctr"/>
          <a:lstStyle>
            <a:lvl1pPr marL="0" indent="0" algn="ctr">
              <a:buNone/>
              <a:defRPr>
                <a:latin typeface="+mn-lt"/>
              </a:defRPr>
            </a:lvl1pPr>
          </a:lstStyle>
          <a:p>
            <a:r>
              <a:rPr lang="en-US"/>
              <a:t>Click icon to add chart</a:t>
            </a:r>
            <a:endParaRPr lang="en-US" dirty="0"/>
          </a:p>
        </p:txBody>
      </p:sp>
      <p:sp>
        <p:nvSpPr>
          <p:cNvPr id="14"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6" name="Group 5">
            <a:extLst>
              <a:ext uri="{FF2B5EF4-FFF2-40B4-BE49-F238E27FC236}">
                <a16:creationId xmlns:a16="http://schemas.microsoft.com/office/drawing/2014/main" id="{64F50E93-DAE4-49E3-07E2-FEF9C69AAE70}"/>
              </a:ext>
            </a:extLst>
          </p:cNvPr>
          <p:cNvGrpSpPr/>
          <p:nvPr userDrawn="1"/>
        </p:nvGrpSpPr>
        <p:grpSpPr>
          <a:xfrm>
            <a:off x="121919" y="6190529"/>
            <a:ext cx="2371241" cy="609748"/>
            <a:chOff x="0" y="1861457"/>
            <a:chExt cx="12192000" cy="3135086"/>
          </a:xfrm>
        </p:grpSpPr>
        <p:pic>
          <p:nvPicPr>
            <p:cNvPr id="11" name="Picture 10" descr="A black background with numbers&#10;&#10;AI-generated content may be incorrect.">
              <a:extLst>
                <a:ext uri="{FF2B5EF4-FFF2-40B4-BE49-F238E27FC236}">
                  <a16:creationId xmlns:a16="http://schemas.microsoft.com/office/drawing/2014/main" id="{6C882723-6E6C-EFF6-C754-5C4FFEAAFAF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12" name="Picture 11" descr="A black background with white letters&#10;&#10;AI-generated content may be incorrect.">
              <a:extLst>
                <a:ext uri="{FF2B5EF4-FFF2-40B4-BE49-F238E27FC236}">
                  <a16:creationId xmlns:a16="http://schemas.microsoft.com/office/drawing/2014/main" id="{B0B1D674-4045-4719-230A-82974796DD8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3934242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_Slide">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838200" y="449969"/>
            <a:ext cx="10515600" cy="647246"/>
          </a:xfrm>
        </p:spPr>
        <p:txBody>
          <a:bodyPr>
            <a:noAutofit/>
          </a:bodyPr>
          <a:lstStyle>
            <a:lvl1pPr algn="ctr">
              <a:lnSpc>
                <a:spcPct val="100000"/>
              </a:lnSpc>
              <a:defRPr lang="en-US" sz="3600" b="1" kern="1200" spc="0" baseline="0" dirty="0">
                <a:solidFill>
                  <a:schemeClr val="bg1"/>
                </a:solidFill>
                <a:latin typeface="+mj-lt"/>
                <a:ea typeface="+mn-ea"/>
                <a:cs typeface="+mn-cs"/>
              </a:defRPr>
            </a:lvl1pPr>
          </a:lstStyle>
          <a:p>
            <a:r>
              <a:rPr lang="en-US" dirty="0"/>
              <a:t>Click To Edit Master Title Style</a:t>
            </a:r>
          </a:p>
        </p:txBody>
      </p:sp>
      <p:sp>
        <p:nvSpPr>
          <p:cNvPr id="8" name="Text Placeholder 3"/>
          <p:cNvSpPr>
            <a:spLocks noGrp="1"/>
          </p:cNvSpPr>
          <p:nvPr>
            <p:ph type="body" sz="quarter" idx="13"/>
          </p:nvPr>
        </p:nvSpPr>
        <p:spPr>
          <a:xfrm>
            <a:off x="820035" y="1086328"/>
            <a:ext cx="10515600" cy="600231"/>
          </a:xfrm>
          <a:prstGeom prst="rect">
            <a:avLst/>
          </a:prstGeom>
        </p:spPr>
        <p:txBody>
          <a:bodyPr>
            <a:normAutofit/>
          </a:bodyPr>
          <a:lstStyle>
            <a:lvl1pPr marL="0" indent="0" algn="ctr">
              <a:lnSpc>
                <a:spcPct val="100000"/>
              </a:lnSpc>
              <a:spcBef>
                <a:spcPts val="0"/>
              </a:spcBef>
              <a:buNone/>
              <a:defRPr sz="1400">
                <a:solidFill>
                  <a:schemeClr val="bg1"/>
                </a:solidFill>
                <a:latin typeface="+mn-lt"/>
              </a:defRPr>
            </a:lvl1pPr>
          </a:lstStyle>
          <a:p>
            <a:pPr lvl="0"/>
            <a:r>
              <a:rPr lang="en-US"/>
              <a:t>Click to edit Master text styles</a:t>
            </a:r>
          </a:p>
        </p:txBody>
      </p:sp>
      <p:sp>
        <p:nvSpPr>
          <p:cNvPr id="9" name="Freeform 8">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3" name="Table Placeholder 2"/>
          <p:cNvSpPr>
            <a:spLocks noGrp="1"/>
          </p:cNvSpPr>
          <p:nvPr>
            <p:ph type="tbl" sz="quarter" idx="15"/>
          </p:nvPr>
        </p:nvSpPr>
        <p:spPr>
          <a:xfrm>
            <a:off x="1040606" y="2320607"/>
            <a:ext cx="10110788" cy="3171825"/>
          </a:xfrm>
        </p:spPr>
        <p:txBody>
          <a:bodyPr anchor="ctr"/>
          <a:lstStyle>
            <a:lvl1pPr marL="0" indent="0" algn="ctr">
              <a:buNone/>
              <a:defRPr>
                <a:latin typeface="+mn-lt"/>
              </a:defRPr>
            </a:lvl1pPr>
          </a:lstStyle>
          <a:p>
            <a:r>
              <a:rPr lang="en-US"/>
              <a:t>Click icon to add table</a:t>
            </a:r>
          </a:p>
        </p:txBody>
      </p:sp>
      <p:sp>
        <p:nvSpPr>
          <p:cNvPr id="13" name="Slide Number Placeholder 10"/>
          <p:cNvSpPr>
            <a:spLocks noGrp="1"/>
          </p:cNvSpPr>
          <p:nvPr>
            <p:ph type="sldNum" sz="quarter" idx="14"/>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6" name="Group 5">
            <a:extLst>
              <a:ext uri="{FF2B5EF4-FFF2-40B4-BE49-F238E27FC236}">
                <a16:creationId xmlns:a16="http://schemas.microsoft.com/office/drawing/2014/main" id="{2D15FBE6-15F4-9AA4-1521-05CAE7EC3BEF}"/>
              </a:ext>
            </a:extLst>
          </p:cNvPr>
          <p:cNvGrpSpPr/>
          <p:nvPr userDrawn="1"/>
        </p:nvGrpSpPr>
        <p:grpSpPr>
          <a:xfrm>
            <a:off x="121919" y="6190529"/>
            <a:ext cx="2371241" cy="609748"/>
            <a:chOff x="0" y="1861457"/>
            <a:chExt cx="12192000" cy="3135086"/>
          </a:xfrm>
        </p:grpSpPr>
        <p:pic>
          <p:nvPicPr>
            <p:cNvPr id="11" name="Picture 10" descr="A black background with numbers&#10;&#10;AI-generated content may be incorrect.">
              <a:extLst>
                <a:ext uri="{FF2B5EF4-FFF2-40B4-BE49-F238E27FC236}">
                  <a16:creationId xmlns:a16="http://schemas.microsoft.com/office/drawing/2014/main" id="{1BF9B104-77A8-C1E5-4D81-92CB75A0ECC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12" name="Picture 11" descr="A black background with white letters&#10;&#10;AI-generated content may be incorrect.">
              <a:extLst>
                <a:ext uri="{FF2B5EF4-FFF2-40B4-BE49-F238E27FC236}">
                  <a16:creationId xmlns:a16="http://schemas.microsoft.com/office/drawing/2014/main" id="{29E99E40-5247-257D-7F19-CB043E0C1C1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1065231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lum_Text_slide">
    <p:spTree>
      <p:nvGrpSpPr>
        <p:cNvPr id="1" name=""/>
        <p:cNvGrpSpPr/>
        <p:nvPr/>
      </p:nvGrpSpPr>
      <p:grpSpPr>
        <a:xfrm>
          <a:off x="0" y="0"/>
          <a:ext cx="0" cy="0"/>
          <a:chOff x="0" y="0"/>
          <a:chExt cx="0" cy="0"/>
        </a:xfrm>
      </p:grpSpPr>
      <p:sp>
        <p:nvSpPr>
          <p:cNvPr id="7" name="Rectangle 6"/>
          <p:cNvSpPr/>
          <p:nvPr userDrawn="1"/>
        </p:nvSpPr>
        <p:spPr>
          <a:xfrm>
            <a:off x="6701588" y="0"/>
            <a:ext cx="5490411" cy="6858000"/>
          </a:xfrm>
          <a:prstGeom prst="rect">
            <a:avLst/>
          </a:prstGeom>
          <a:solidFill>
            <a:srgbClr val="1C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 name="Freeform 7">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9"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11" name="Title 6"/>
          <p:cNvSpPr>
            <a:spLocks noGrp="1"/>
          </p:cNvSpPr>
          <p:nvPr>
            <p:ph type="title" hasCustomPrompt="1"/>
          </p:nvPr>
        </p:nvSpPr>
        <p:spPr>
          <a:xfrm>
            <a:off x="691461" y="628851"/>
            <a:ext cx="5444643" cy="1452613"/>
          </a:xfrm>
        </p:spPr>
        <p:txBody>
          <a:bodyPr>
            <a:noAutofit/>
          </a:bodyPr>
          <a:lstStyle>
            <a:lvl1pPr algn="l">
              <a:lnSpc>
                <a:spcPct val="100000"/>
              </a:lnSpc>
              <a:defRPr lang="en-US" sz="3600" b="1" kern="1200" spc="0" baseline="0" dirty="0">
                <a:solidFill>
                  <a:schemeClr val="bg1"/>
                </a:solidFill>
                <a:latin typeface="+mj-lt"/>
                <a:ea typeface="+mn-ea"/>
                <a:cs typeface="+mn-cs"/>
              </a:defRPr>
            </a:lvl1pPr>
          </a:lstStyle>
          <a:p>
            <a:r>
              <a:rPr lang="en-US" dirty="0"/>
              <a:t>Click To Edit </a:t>
            </a:r>
            <a:br>
              <a:rPr lang="en-US" dirty="0"/>
            </a:br>
            <a:r>
              <a:rPr lang="en-US" dirty="0"/>
              <a:t>Master Title Style</a:t>
            </a:r>
          </a:p>
        </p:txBody>
      </p:sp>
      <p:sp>
        <p:nvSpPr>
          <p:cNvPr id="12" name="Text Placeholder 15"/>
          <p:cNvSpPr>
            <a:spLocks noGrp="1"/>
          </p:cNvSpPr>
          <p:nvPr>
            <p:ph type="body" sz="quarter" idx="20"/>
          </p:nvPr>
        </p:nvSpPr>
        <p:spPr>
          <a:xfrm>
            <a:off x="691462" y="2334126"/>
            <a:ext cx="5444643" cy="3428999"/>
          </a:xfrm>
        </p:spPr>
        <p:txBody>
          <a:bodyPr>
            <a:normAutofit/>
          </a:bodyPr>
          <a:lstStyle>
            <a:lvl1pPr marL="228594" indent="-228594" algn="l">
              <a:lnSpc>
                <a:spcPct val="100000"/>
              </a:lnSpc>
              <a:spcBef>
                <a:spcPts val="400"/>
              </a:spcBef>
              <a:spcAft>
                <a:spcPts val="400"/>
              </a:spcAft>
              <a:buClr>
                <a:srgbClr val="0E151D"/>
              </a:buClr>
              <a:buSzPct val="100000"/>
              <a:buFont typeface="Arial" panose="020B0604020202020204" pitchFamily="34" charset="0"/>
              <a:buChar char="•"/>
              <a:defRPr sz="2000">
                <a:solidFill>
                  <a:schemeClr val="bg1"/>
                </a:solidFill>
                <a:latin typeface="+mn-lt"/>
              </a:defRPr>
            </a:lvl1pPr>
            <a:lvl2pPr marL="685783" indent="-228594" algn="l">
              <a:lnSpc>
                <a:spcPct val="100000"/>
              </a:lnSpc>
              <a:spcBef>
                <a:spcPts val="400"/>
              </a:spcBef>
              <a:spcAft>
                <a:spcPts val="400"/>
              </a:spcAft>
              <a:buClr>
                <a:srgbClr val="0E151D"/>
              </a:buClr>
              <a:buSzPct val="100000"/>
              <a:buFont typeface="Arial" panose="020B0604020202020204" pitchFamily="34" charset="0"/>
              <a:buChar char="•"/>
              <a:defRPr sz="1800">
                <a:solidFill>
                  <a:schemeClr val="bg1"/>
                </a:solidFill>
                <a:latin typeface="+mn-lt"/>
              </a:defRPr>
            </a:lvl2pPr>
            <a:lvl3pPr marL="1142971" indent="-228594" algn="l">
              <a:lnSpc>
                <a:spcPct val="100000"/>
              </a:lnSpc>
              <a:spcBef>
                <a:spcPts val="400"/>
              </a:spcBef>
              <a:spcAft>
                <a:spcPts val="400"/>
              </a:spcAft>
              <a:buClr>
                <a:srgbClr val="0E151D"/>
              </a:buClr>
              <a:buSzPct val="100000"/>
              <a:buFont typeface="Arial" panose="020B0604020202020204" pitchFamily="34" charset="0"/>
              <a:buChar char="•"/>
              <a:defRPr sz="1600">
                <a:solidFill>
                  <a:schemeClr val="bg1"/>
                </a:solidFill>
                <a:latin typeface="+mn-lt"/>
              </a:defRPr>
            </a:lvl3pPr>
            <a:lvl4pPr marL="1600160"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bg1"/>
                </a:solidFill>
                <a:latin typeface="+mn-lt"/>
              </a:defRPr>
            </a:lvl4pPr>
            <a:lvl5pPr marL="2057349"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
          <p:cNvSpPr>
            <a:spLocks noGrp="1"/>
          </p:cNvSpPr>
          <p:nvPr>
            <p:ph type="body" sz="quarter" idx="21"/>
          </p:nvPr>
        </p:nvSpPr>
        <p:spPr>
          <a:xfrm>
            <a:off x="7507705" y="1622450"/>
            <a:ext cx="4101238" cy="406405"/>
          </a:xfrm>
          <a:prstGeom prst="rect">
            <a:avLst/>
          </a:prstGeom>
        </p:spPr>
        <p:txBody>
          <a:bodyPr anchor="ctr">
            <a:noAutofit/>
          </a:bodyPr>
          <a:lstStyle>
            <a:lvl1pPr marL="0" indent="0" algn="l">
              <a:lnSpc>
                <a:spcPct val="100000"/>
              </a:lnSpc>
              <a:spcBef>
                <a:spcPts val="0"/>
              </a:spcBef>
              <a:buNone/>
              <a:defRPr sz="2400" b="1">
                <a:solidFill>
                  <a:schemeClr val="bg1"/>
                </a:solidFill>
                <a:latin typeface="+mj-lt"/>
                <a:ea typeface="Roboto Condensed" panose="02000000000000000000" pitchFamily="2" charset="0"/>
              </a:defRPr>
            </a:lvl1pPr>
          </a:lstStyle>
          <a:p>
            <a:pPr lvl="0"/>
            <a:r>
              <a:rPr lang="en-US"/>
              <a:t>Click to edit Master text styles</a:t>
            </a:r>
          </a:p>
        </p:txBody>
      </p:sp>
      <p:sp>
        <p:nvSpPr>
          <p:cNvPr id="14" name="Text Placeholder 15"/>
          <p:cNvSpPr>
            <a:spLocks noGrp="1"/>
          </p:cNvSpPr>
          <p:nvPr>
            <p:ph type="body" sz="quarter" idx="22"/>
          </p:nvPr>
        </p:nvSpPr>
        <p:spPr>
          <a:xfrm>
            <a:off x="7507705" y="2081464"/>
            <a:ext cx="4101238" cy="3681661"/>
          </a:xfrm>
        </p:spPr>
        <p:txBody>
          <a:bodyPr>
            <a:normAutofit/>
          </a:bodyPr>
          <a:lstStyle>
            <a:lvl1pPr marL="228594" indent="-228594" algn="l">
              <a:lnSpc>
                <a:spcPct val="100000"/>
              </a:lnSpc>
              <a:spcBef>
                <a:spcPts val="400"/>
              </a:spcBef>
              <a:spcAft>
                <a:spcPts val="400"/>
              </a:spcAft>
              <a:buClr>
                <a:schemeClr val="bg1"/>
              </a:buClr>
              <a:buSzPct val="100000"/>
              <a:buFont typeface="Arial" panose="020B0604020202020204" pitchFamily="34" charset="0"/>
              <a:buChar char="•"/>
              <a:defRPr sz="2000">
                <a:solidFill>
                  <a:schemeClr val="bg1"/>
                </a:solidFill>
                <a:latin typeface="+mn-lt"/>
              </a:defRPr>
            </a:lvl1pPr>
            <a:lvl2pPr marL="685783" indent="-228594" algn="l">
              <a:lnSpc>
                <a:spcPct val="100000"/>
              </a:lnSpc>
              <a:spcBef>
                <a:spcPts val="400"/>
              </a:spcBef>
              <a:spcAft>
                <a:spcPts val="400"/>
              </a:spcAft>
              <a:buClr>
                <a:schemeClr val="bg1"/>
              </a:buClr>
              <a:buSzPct val="100000"/>
              <a:buFont typeface="Arial" panose="020B0604020202020204" pitchFamily="34" charset="0"/>
              <a:buChar char="•"/>
              <a:defRPr sz="1800">
                <a:solidFill>
                  <a:schemeClr val="bg1"/>
                </a:solidFill>
                <a:latin typeface="+mn-lt"/>
              </a:defRPr>
            </a:lvl2pPr>
            <a:lvl3pPr marL="1142971" indent="-228594" algn="l">
              <a:lnSpc>
                <a:spcPct val="100000"/>
              </a:lnSpc>
              <a:spcBef>
                <a:spcPts val="400"/>
              </a:spcBef>
              <a:spcAft>
                <a:spcPts val="400"/>
              </a:spcAft>
              <a:buClr>
                <a:schemeClr val="bg1"/>
              </a:buClr>
              <a:buSzPct val="100000"/>
              <a:buFont typeface="Arial" panose="020B0604020202020204" pitchFamily="34" charset="0"/>
              <a:buChar char="•"/>
              <a:defRPr sz="1600">
                <a:solidFill>
                  <a:schemeClr val="bg1"/>
                </a:solidFill>
                <a:latin typeface="+mn-lt"/>
              </a:defRPr>
            </a:lvl3pPr>
            <a:lvl4pPr marL="1600160" indent="-228594" algn="l">
              <a:lnSpc>
                <a:spcPct val="100000"/>
              </a:lnSpc>
              <a:spcBef>
                <a:spcPts val="400"/>
              </a:spcBef>
              <a:spcAft>
                <a:spcPts val="400"/>
              </a:spcAft>
              <a:buClr>
                <a:schemeClr val="bg1"/>
              </a:buClr>
              <a:buSzPct val="100000"/>
              <a:buFont typeface="Arial" panose="020B0604020202020204" pitchFamily="34" charset="0"/>
              <a:buChar char="•"/>
              <a:defRPr sz="1400">
                <a:solidFill>
                  <a:schemeClr val="bg1"/>
                </a:solidFill>
                <a:latin typeface="+mn-lt"/>
              </a:defRPr>
            </a:lvl4pPr>
            <a:lvl5pPr marL="2057349" indent="-228594" algn="l">
              <a:lnSpc>
                <a:spcPct val="100000"/>
              </a:lnSpc>
              <a:spcBef>
                <a:spcPts val="400"/>
              </a:spcBef>
              <a:spcAft>
                <a:spcPts val="400"/>
              </a:spcAft>
              <a:buClr>
                <a:schemeClr val="bg1"/>
              </a:buClr>
              <a:buSzPct val="100000"/>
              <a:buFont typeface="Arial" panose="020B0604020202020204" pitchFamily="34" charset="0"/>
              <a:buChar char="•"/>
              <a:defRPr sz="14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2416A6AF-1E75-F684-9C88-D96F06826C0B}"/>
              </a:ext>
            </a:extLst>
          </p:cNvPr>
          <p:cNvGrpSpPr/>
          <p:nvPr userDrawn="1"/>
        </p:nvGrpSpPr>
        <p:grpSpPr>
          <a:xfrm>
            <a:off x="121919" y="6190529"/>
            <a:ext cx="2371241" cy="609748"/>
            <a:chOff x="0" y="1861457"/>
            <a:chExt cx="12192000" cy="3135086"/>
          </a:xfrm>
        </p:grpSpPr>
        <p:pic>
          <p:nvPicPr>
            <p:cNvPr id="6" name="Picture 5" descr="A black background with numbers&#10;&#10;AI-generated content may be incorrect.">
              <a:extLst>
                <a:ext uri="{FF2B5EF4-FFF2-40B4-BE49-F238E27FC236}">
                  <a16:creationId xmlns:a16="http://schemas.microsoft.com/office/drawing/2014/main" id="{E841D89F-39E3-F0BA-ED11-FBA1C96EBA5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15" name="Picture 14" descr="A black background with white letters&#10;&#10;AI-generated content may be incorrect.">
              <a:extLst>
                <a:ext uri="{FF2B5EF4-FFF2-40B4-BE49-F238E27FC236}">
                  <a16:creationId xmlns:a16="http://schemas.microsoft.com/office/drawing/2014/main" id="{EA790B32-9606-E5C7-E754-D15CFC1670D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1942007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_Slide">
    <p:spTree>
      <p:nvGrpSpPr>
        <p:cNvPr id="1" name=""/>
        <p:cNvGrpSpPr/>
        <p:nvPr/>
      </p:nvGrpSpPr>
      <p:grpSpPr>
        <a:xfrm>
          <a:off x="0" y="0"/>
          <a:ext cx="0" cy="0"/>
          <a:chOff x="0" y="0"/>
          <a:chExt cx="0" cy="0"/>
        </a:xfrm>
      </p:grpSpPr>
      <p:sp>
        <p:nvSpPr>
          <p:cNvPr id="10" name="Freeform: Shape 13">
            <a:extLst>
              <a:ext uri="{FF2B5EF4-FFF2-40B4-BE49-F238E27FC236}">
                <a16:creationId xmlns:a16="http://schemas.microsoft.com/office/drawing/2014/main" id="{C03A6A0C-3E2B-474A-9E95-11212ECBB859}"/>
              </a:ext>
            </a:extLst>
          </p:cNvPr>
          <p:cNvSpPr/>
          <p:nvPr userDrawn="1"/>
        </p:nvSpPr>
        <p:spPr>
          <a:xfrm>
            <a:off x="0" y="1935921"/>
            <a:ext cx="7731759" cy="2359435"/>
          </a:xfrm>
          <a:custGeom>
            <a:avLst/>
            <a:gdLst>
              <a:gd name="connsiteX0" fmla="*/ 0 w 15330218"/>
              <a:gd name="connsiteY0" fmla="*/ 0 h 4719485"/>
              <a:gd name="connsiteX1" fmla="*/ 3136631 w 15330218"/>
              <a:gd name="connsiteY1" fmla="*/ 0 h 4719485"/>
              <a:gd name="connsiteX2" fmla="*/ 5715001 w 15330218"/>
              <a:gd name="connsiteY2" fmla="*/ 0 h 4719485"/>
              <a:gd name="connsiteX3" fmla="*/ 7372747 w 15330218"/>
              <a:gd name="connsiteY3" fmla="*/ 0 h 4719485"/>
              <a:gd name="connsiteX4" fmla="*/ 9324295 w 15330218"/>
              <a:gd name="connsiteY4" fmla="*/ 0 h 4719485"/>
              <a:gd name="connsiteX5" fmla="*/ 10610733 w 15330218"/>
              <a:gd name="connsiteY5" fmla="*/ 0 h 4719485"/>
              <a:gd name="connsiteX6" fmla="*/ 15330218 w 15330218"/>
              <a:gd name="connsiteY6" fmla="*/ 4719484 h 4719485"/>
              <a:gd name="connsiteX7" fmla="*/ 9324295 w 15330218"/>
              <a:gd name="connsiteY7" fmla="*/ 4719484 h 4719485"/>
              <a:gd name="connsiteX8" fmla="*/ 7372747 w 15330218"/>
              <a:gd name="connsiteY8" fmla="*/ 4719484 h 4719485"/>
              <a:gd name="connsiteX9" fmla="*/ 5715001 w 15330218"/>
              <a:gd name="connsiteY9" fmla="*/ 4719484 h 4719485"/>
              <a:gd name="connsiteX10" fmla="*/ 5715001 w 15330218"/>
              <a:gd name="connsiteY10" fmla="*/ 4719485 h 4719485"/>
              <a:gd name="connsiteX11" fmla="*/ 0 w 15330218"/>
              <a:gd name="connsiteY11" fmla="*/ 4719485 h 471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0218" h="4719485">
                <a:moveTo>
                  <a:pt x="0" y="0"/>
                </a:moveTo>
                <a:lnTo>
                  <a:pt x="3136631" y="0"/>
                </a:lnTo>
                <a:lnTo>
                  <a:pt x="5715001" y="0"/>
                </a:lnTo>
                <a:lnTo>
                  <a:pt x="7372747" y="0"/>
                </a:lnTo>
                <a:lnTo>
                  <a:pt x="9324295" y="0"/>
                </a:lnTo>
                <a:lnTo>
                  <a:pt x="10610733" y="0"/>
                </a:lnTo>
                <a:lnTo>
                  <a:pt x="15330218" y="4719484"/>
                </a:lnTo>
                <a:lnTo>
                  <a:pt x="9324295" y="4719484"/>
                </a:lnTo>
                <a:lnTo>
                  <a:pt x="7372747" y="4719484"/>
                </a:lnTo>
                <a:lnTo>
                  <a:pt x="5715001" y="4719484"/>
                </a:lnTo>
                <a:lnTo>
                  <a:pt x="5715001" y="4719485"/>
                </a:lnTo>
                <a:lnTo>
                  <a:pt x="0" y="47194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vi-VN" sz="900" b="0" i="0" u="none" strike="noStrike" kern="1200" cap="none" spc="0" normalizeH="0" baseline="0" noProof="0">
              <a:ln>
                <a:noFill/>
              </a:ln>
              <a:solidFill>
                <a:prstClr val="white"/>
              </a:solidFill>
              <a:effectLst/>
              <a:uLnTx/>
              <a:uFillTx/>
              <a:latin typeface="Segoe UI"/>
              <a:ea typeface="+mn-ea"/>
              <a:cs typeface="+mn-cs"/>
            </a:endParaRPr>
          </a:p>
        </p:txBody>
      </p:sp>
      <p:pic>
        <p:nvPicPr>
          <p:cNvPr id="11" name="Picture 345" descr="shadow_1_m">
            <a:extLst>
              <a:ext uri="{FF2B5EF4-FFF2-40B4-BE49-F238E27FC236}">
                <a16:creationId xmlns:a16="http://schemas.microsoft.com/office/drawing/2014/main" id="{9C9E7D30-B4BD-464D-89D2-99F893A58A15}"/>
              </a:ext>
            </a:extLst>
          </p:cNvPr>
          <p:cNvPicPr>
            <a:picLocks noChangeAspect="1" noChangeArrowheads="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gray">
          <a:xfrm rot="8100000">
            <a:off x="6800095" y="-104162"/>
            <a:ext cx="89068" cy="719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reeform: Shape 10">
            <a:extLst>
              <a:ext uri="{FF2B5EF4-FFF2-40B4-BE49-F238E27FC236}">
                <a16:creationId xmlns:a16="http://schemas.microsoft.com/office/drawing/2014/main" id="{B15337B6-F522-49D2-B572-AA7CEF428F32}"/>
              </a:ext>
            </a:extLst>
          </p:cNvPr>
          <p:cNvSpPr/>
          <p:nvPr userDrawn="1"/>
        </p:nvSpPr>
        <p:spPr>
          <a:xfrm>
            <a:off x="6106160" y="2684303"/>
            <a:ext cx="6136640" cy="2359435"/>
          </a:xfrm>
          <a:custGeom>
            <a:avLst/>
            <a:gdLst>
              <a:gd name="connsiteX0" fmla="*/ 0 w 12193587"/>
              <a:gd name="connsiteY0" fmla="*/ 0 h 4719484"/>
              <a:gd name="connsiteX1" fmla="*/ 6005923 w 12193587"/>
              <a:gd name="connsiteY1" fmla="*/ 0 h 4719484"/>
              <a:gd name="connsiteX2" fmla="*/ 7957471 w 12193587"/>
              <a:gd name="connsiteY2" fmla="*/ 0 h 4719484"/>
              <a:gd name="connsiteX3" fmla="*/ 12193587 w 12193587"/>
              <a:gd name="connsiteY3" fmla="*/ 0 h 4719484"/>
              <a:gd name="connsiteX4" fmla="*/ 12193587 w 12193587"/>
              <a:gd name="connsiteY4" fmla="*/ 4719484 h 4719484"/>
              <a:gd name="connsiteX5" fmla="*/ 7957471 w 12193587"/>
              <a:gd name="connsiteY5" fmla="*/ 4719484 h 4719484"/>
              <a:gd name="connsiteX6" fmla="*/ 6005923 w 12193587"/>
              <a:gd name="connsiteY6" fmla="*/ 4719484 h 4719484"/>
              <a:gd name="connsiteX7" fmla="*/ 4719485 w 12193587"/>
              <a:gd name="connsiteY7" fmla="*/ 4719484 h 471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587" h="4719484">
                <a:moveTo>
                  <a:pt x="0" y="0"/>
                </a:moveTo>
                <a:lnTo>
                  <a:pt x="6005923" y="0"/>
                </a:lnTo>
                <a:lnTo>
                  <a:pt x="7957471" y="0"/>
                </a:lnTo>
                <a:lnTo>
                  <a:pt x="12193587" y="0"/>
                </a:lnTo>
                <a:lnTo>
                  <a:pt x="12193587" y="4719484"/>
                </a:lnTo>
                <a:lnTo>
                  <a:pt x="7957471" y="4719484"/>
                </a:lnTo>
                <a:lnTo>
                  <a:pt x="6005923" y="4719484"/>
                </a:lnTo>
                <a:lnTo>
                  <a:pt x="4719485" y="4719484"/>
                </a:lnTo>
                <a:close/>
              </a:path>
            </a:pathLst>
          </a:custGeom>
          <a:solidFill>
            <a:srgbClr val="F4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vi-VN" sz="900" b="0" i="0" u="none" strike="noStrike" kern="1200" cap="none" spc="0" normalizeH="0" baseline="0" noProof="0">
              <a:ln>
                <a:noFill/>
              </a:ln>
              <a:solidFill>
                <a:prstClr val="white"/>
              </a:solidFill>
              <a:effectLst/>
              <a:uLnTx/>
              <a:uFillTx/>
              <a:latin typeface="Segoe UI"/>
              <a:ea typeface="+mn-ea"/>
              <a:cs typeface="+mn-cs"/>
            </a:endParaRPr>
          </a:p>
        </p:txBody>
      </p:sp>
      <p:sp>
        <p:nvSpPr>
          <p:cNvPr id="13" name="Freeform 12">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3666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18"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fld id="{FCA239EA-F1FD-4C8D-8363-19B4042F821C}" type="slidenum">
              <a:rPr lang="en-US" smtClean="0"/>
              <a:pPr/>
              <a:t>‹#›</a:t>
            </a:fld>
            <a:endParaRPr lang="en-US" dirty="0"/>
          </a:p>
        </p:txBody>
      </p:sp>
      <p:grpSp>
        <p:nvGrpSpPr>
          <p:cNvPr id="2" name="Group 1">
            <a:extLst>
              <a:ext uri="{FF2B5EF4-FFF2-40B4-BE49-F238E27FC236}">
                <a16:creationId xmlns:a16="http://schemas.microsoft.com/office/drawing/2014/main" id="{699090E3-3245-D0F6-20CA-7C8CB7AB7593}"/>
              </a:ext>
            </a:extLst>
          </p:cNvPr>
          <p:cNvGrpSpPr/>
          <p:nvPr userDrawn="1"/>
        </p:nvGrpSpPr>
        <p:grpSpPr>
          <a:xfrm>
            <a:off x="121920" y="5872480"/>
            <a:ext cx="2486378" cy="859721"/>
            <a:chOff x="0" y="4673600"/>
            <a:chExt cx="2638778" cy="949960"/>
          </a:xfrm>
        </p:grpSpPr>
        <p:pic>
          <p:nvPicPr>
            <p:cNvPr id="3" name="Picture 2" descr="A black background with text&#10;&#10;AI-generated content may be incorrect.">
              <a:extLst>
                <a:ext uri="{FF2B5EF4-FFF2-40B4-BE49-F238E27FC236}">
                  <a16:creationId xmlns:a16="http://schemas.microsoft.com/office/drawing/2014/main" id="{A38A0B37-ED43-2B9E-12EE-724D16FFBEF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63422"/>
            <a:stretch/>
          </p:blipFill>
          <p:spPr>
            <a:xfrm>
              <a:off x="0" y="4673600"/>
              <a:ext cx="965200" cy="949960"/>
            </a:xfrm>
            <a:prstGeom prst="rect">
              <a:avLst/>
            </a:prstGeom>
          </p:spPr>
        </p:pic>
        <p:pic>
          <p:nvPicPr>
            <p:cNvPr id="4" name="Picture 3" descr="A black and white logo&#10;&#10;AI-generated content may be incorrect.">
              <a:extLst>
                <a:ext uri="{FF2B5EF4-FFF2-40B4-BE49-F238E27FC236}">
                  <a16:creationId xmlns:a16="http://schemas.microsoft.com/office/drawing/2014/main" id="{8D0FFD2D-1DCA-1E00-D6FC-D29256E7A3B5}"/>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l="36577"/>
            <a:stretch/>
          </p:blipFill>
          <p:spPr>
            <a:xfrm>
              <a:off x="965200" y="4673600"/>
              <a:ext cx="1673578" cy="949960"/>
            </a:xfrm>
            <a:prstGeom prst="rect">
              <a:avLst/>
            </a:prstGeom>
          </p:spPr>
        </p:pic>
      </p:grpSp>
    </p:spTree>
    <p:extLst>
      <p:ext uri="{BB962C8B-B14F-4D97-AF65-F5344CB8AC3E}">
        <p14:creationId xmlns:p14="http://schemas.microsoft.com/office/powerpoint/2010/main" val="768168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eaker Slide">
    <p:spTree>
      <p:nvGrpSpPr>
        <p:cNvPr id="1" name=""/>
        <p:cNvGrpSpPr/>
        <p:nvPr/>
      </p:nvGrpSpPr>
      <p:grpSpPr>
        <a:xfrm>
          <a:off x="0" y="0"/>
          <a:ext cx="0" cy="0"/>
          <a:chOff x="0" y="0"/>
          <a:chExt cx="0" cy="0"/>
        </a:xfrm>
      </p:grpSpPr>
      <p:sp>
        <p:nvSpPr>
          <p:cNvPr id="7" name="Rectangle 6"/>
          <p:cNvSpPr/>
          <p:nvPr userDrawn="1"/>
        </p:nvSpPr>
        <p:spPr>
          <a:xfrm>
            <a:off x="0" y="1"/>
            <a:ext cx="12192000" cy="2407534"/>
          </a:xfrm>
          <a:prstGeom prst="rect">
            <a:avLst/>
          </a:prstGeom>
          <a:solidFill>
            <a:srgbClr val="1C33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 name="Shape 12642"/>
          <p:cNvSpPr/>
          <p:nvPr userDrawn="1"/>
        </p:nvSpPr>
        <p:spPr>
          <a:xfrm>
            <a:off x="4657262" y="973714"/>
            <a:ext cx="2877476" cy="287747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a:solidFill>
              <a:srgbClr val="F4BF33"/>
            </a:solidFill>
            <a:miter lim="400000"/>
          </a:ln>
          <a:effectLst/>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600" b="0" i="0" u="none" strike="noStrike" kern="1200" cap="none" spc="0" normalizeH="0" baseline="0" noProof="0">
              <a:ln>
                <a:noFill/>
              </a:ln>
              <a:solidFill>
                <a:srgbClr val="FFFFFF"/>
              </a:solidFill>
              <a:effectLst/>
              <a:uLnTx/>
              <a:uFillTx/>
              <a:latin typeface="Segoe UI"/>
              <a:ea typeface="+mn-ea"/>
              <a:cs typeface="+mn-cs"/>
            </a:endParaRPr>
          </a:p>
        </p:txBody>
      </p:sp>
      <p:sp>
        <p:nvSpPr>
          <p:cNvPr id="11" name="Picture Placeholder 10"/>
          <p:cNvSpPr>
            <a:spLocks noGrp="1"/>
          </p:cNvSpPr>
          <p:nvPr>
            <p:ph type="pic" sz="quarter" idx="10"/>
          </p:nvPr>
        </p:nvSpPr>
        <p:spPr>
          <a:xfrm>
            <a:off x="4738334" y="1054786"/>
            <a:ext cx="2715332" cy="2715332"/>
          </a:xfrm>
          <a:prstGeom prst="ellipse">
            <a:avLst/>
          </a:prstGeom>
        </p:spPr>
        <p:txBody>
          <a:bodyPr anchor="ctr">
            <a:normAutofit/>
          </a:bodyPr>
          <a:lstStyle>
            <a:lvl1pPr marL="0" indent="0" algn="ctr">
              <a:buNone/>
              <a:defRPr sz="1400">
                <a:latin typeface="+mn-lt"/>
              </a:defRPr>
            </a:lvl1pPr>
          </a:lstStyle>
          <a:p>
            <a:r>
              <a:rPr lang="en-US"/>
              <a:t>Click icon to add picture</a:t>
            </a:r>
            <a:endParaRPr lang="en-US" dirty="0"/>
          </a:p>
        </p:txBody>
      </p:sp>
      <p:sp>
        <p:nvSpPr>
          <p:cNvPr id="12"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10"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6" name="Group 5">
            <a:extLst>
              <a:ext uri="{FF2B5EF4-FFF2-40B4-BE49-F238E27FC236}">
                <a16:creationId xmlns:a16="http://schemas.microsoft.com/office/drawing/2014/main" id="{83FA5B10-6F84-7AD4-EDAA-AB8D80841013}"/>
              </a:ext>
            </a:extLst>
          </p:cNvPr>
          <p:cNvGrpSpPr/>
          <p:nvPr userDrawn="1"/>
        </p:nvGrpSpPr>
        <p:grpSpPr>
          <a:xfrm>
            <a:off x="121919" y="6190529"/>
            <a:ext cx="2371241" cy="609748"/>
            <a:chOff x="0" y="1861457"/>
            <a:chExt cx="12192000" cy="3135086"/>
          </a:xfrm>
        </p:grpSpPr>
        <p:pic>
          <p:nvPicPr>
            <p:cNvPr id="9" name="Picture 8" descr="A black background with numbers&#10;&#10;AI-generated content may be incorrect.">
              <a:extLst>
                <a:ext uri="{FF2B5EF4-FFF2-40B4-BE49-F238E27FC236}">
                  <a16:creationId xmlns:a16="http://schemas.microsoft.com/office/drawing/2014/main" id="{D3FEE8CE-2555-CEB5-66F0-C142BC3DE5A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14" name="Picture 13" descr="A black background with white letters&#10;&#10;AI-generated content may be incorrect.">
              <a:extLst>
                <a:ext uri="{FF2B5EF4-FFF2-40B4-BE49-F238E27FC236}">
                  <a16:creationId xmlns:a16="http://schemas.microsoft.com/office/drawing/2014/main" id="{876BE8A0-EAE6-DD47-D2DB-DA835B860BF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31792723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_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664960" y="0"/>
            <a:ext cx="5567680" cy="6858000"/>
          </a:xfrm>
          <a:prstGeom prst="rect">
            <a:avLst/>
          </a:prstGeom>
        </p:spPr>
      </p:pic>
      <p:sp>
        <p:nvSpPr>
          <p:cNvPr id="10" name="Rectangle 9"/>
          <p:cNvSpPr/>
          <p:nvPr userDrawn="1"/>
        </p:nvSpPr>
        <p:spPr>
          <a:xfrm>
            <a:off x="6664641" y="0"/>
            <a:ext cx="5570729" cy="6866682"/>
          </a:xfrm>
          <a:prstGeom prst="rect">
            <a:avLst/>
          </a:prstGeom>
          <a:gradFill flip="none" rotWithShape="1">
            <a:gsLst>
              <a:gs pos="0">
                <a:schemeClr val="tx1">
                  <a:alpha val="85000"/>
                </a:schemeClr>
              </a:gs>
              <a:gs pos="50000">
                <a:srgbClr val="4B504F">
                  <a:alpha val="70000"/>
                </a:srgbClr>
              </a:gs>
              <a:gs pos="100000">
                <a:schemeClr val="tx1">
                  <a:alpha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1"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14" name="Title 13"/>
          <p:cNvSpPr>
            <a:spLocks noGrp="1"/>
          </p:cNvSpPr>
          <p:nvPr>
            <p:ph type="title" hasCustomPrompt="1"/>
          </p:nvPr>
        </p:nvSpPr>
        <p:spPr>
          <a:xfrm>
            <a:off x="854075" y="660401"/>
            <a:ext cx="5770245" cy="1355408"/>
          </a:xfrm>
        </p:spPr>
        <p:txBody>
          <a:bodyPr/>
          <a:lstStyle>
            <a:lvl1pPr>
              <a:lnSpc>
                <a:spcPct val="100000"/>
              </a:lnSpc>
              <a:defRPr>
                <a:latin typeface="+mj-lt"/>
              </a:defRPr>
            </a:lvl1pPr>
          </a:lstStyle>
          <a:p>
            <a:r>
              <a:rPr lang="en-US" dirty="0"/>
              <a:t>Click to edit </a:t>
            </a:r>
            <a:br>
              <a:rPr lang="en-US" dirty="0"/>
            </a:br>
            <a:r>
              <a:rPr lang="en-US" dirty="0"/>
              <a:t>Master title style</a:t>
            </a:r>
          </a:p>
        </p:txBody>
      </p:sp>
      <p:sp>
        <p:nvSpPr>
          <p:cNvPr id="16" name="Text Placeholder 15"/>
          <p:cNvSpPr>
            <a:spLocks noGrp="1"/>
          </p:cNvSpPr>
          <p:nvPr>
            <p:ph type="body" sz="quarter" idx="14" hasCustomPrompt="1"/>
          </p:nvPr>
        </p:nvSpPr>
        <p:spPr>
          <a:xfrm>
            <a:off x="854075" y="2133601"/>
            <a:ext cx="5770563" cy="3383280"/>
          </a:xfrm>
        </p:spPr>
        <p:txBody>
          <a:bodyPr>
            <a:normAutofit/>
          </a:bodyPr>
          <a:lstStyle>
            <a:lvl1pPr marL="365760" indent="-514350">
              <a:lnSpc>
                <a:spcPct val="100000"/>
              </a:lnSpc>
              <a:spcBef>
                <a:spcPts val="200"/>
              </a:spcBef>
              <a:spcAft>
                <a:spcPts val="200"/>
              </a:spcAft>
              <a:buFont typeface="+mj-lt"/>
              <a:buAutoNum type="arabicPeriod"/>
              <a:defRPr sz="2000">
                <a:latin typeface="+mn-lt"/>
              </a:defRPr>
            </a:lvl1pPr>
            <a:lvl2pPr marL="914400" indent="-457200">
              <a:lnSpc>
                <a:spcPct val="100000"/>
              </a:lnSpc>
              <a:spcBef>
                <a:spcPts val="200"/>
              </a:spcBef>
              <a:spcAft>
                <a:spcPts val="200"/>
              </a:spcAft>
              <a:buFont typeface="+mj-lt"/>
              <a:buAutoNum type="arabicPeriod"/>
              <a:defRPr sz="1800">
                <a:latin typeface="+mn-lt"/>
              </a:defRPr>
            </a:lvl2pPr>
            <a:lvl3pPr marL="1371600" indent="-457200">
              <a:lnSpc>
                <a:spcPct val="100000"/>
              </a:lnSpc>
              <a:spcBef>
                <a:spcPts val="200"/>
              </a:spcBef>
              <a:spcAft>
                <a:spcPts val="200"/>
              </a:spcAft>
              <a:buFont typeface="+mj-lt"/>
              <a:buAutoNum type="arabicPeriod"/>
              <a:defRPr sz="1600">
                <a:latin typeface="+mn-lt"/>
              </a:defRPr>
            </a:lvl3pPr>
            <a:lvl4pPr marL="1714500" indent="-342900">
              <a:lnSpc>
                <a:spcPct val="100000"/>
              </a:lnSpc>
              <a:spcBef>
                <a:spcPts val="200"/>
              </a:spcBef>
              <a:spcAft>
                <a:spcPts val="200"/>
              </a:spcAft>
              <a:buFont typeface="+mj-lt"/>
              <a:buAutoNum type="arabicPeriod"/>
              <a:defRPr sz="1400">
                <a:latin typeface="+mn-lt"/>
              </a:defRPr>
            </a:lvl4pPr>
            <a:lvl5pPr marL="2171700" indent="-342900">
              <a:lnSpc>
                <a:spcPct val="100000"/>
              </a:lnSpc>
              <a:spcBef>
                <a:spcPts val="200"/>
              </a:spcBef>
              <a:spcAft>
                <a:spcPts val="200"/>
              </a:spcAft>
              <a:buFont typeface="+mj-lt"/>
              <a:buAutoNum type="arabicPeriod"/>
              <a:defRPr sz="1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8854067C-AA4C-233D-85B1-8F4F573DD99D}"/>
              </a:ext>
            </a:extLst>
          </p:cNvPr>
          <p:cNvGrpSpPr/>
          <p:nvPr userDrawn="1"/>
        </p:nvGrpSpPr>
        <p:grpSpPr>
          <a:xfrm>
            <a:off x="121919" y="6190529"/>
            <a:ext cx="2371241" cy="609748"/>
            <a:chOff x="0" y="1861457"/>
            <a:chExt cx="12192000" cy="3135086"/>
          </a:xfrm>
        </p:grpSpPr>
        <p:pic>
          <p:nvPicPr>
            <p:cNvPr id="6" name="Picture 5" descr="A black background with numbers&#10;&#10;AI-generated content may be incorrect.">
              <a:extLst>
                <a:ext uri="{FF2B5EF4-FFF2-40B4-BE49-F238E27FC236}">
                  <a16:creationId xmlns:a16="http://schemas.microsoft.com/office/drawing/2014/main" id="{A6CDC46D-200E-0934-F558-5ABAEC6EA7D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8" name="Picture 7" descr="A black background with white letters&#10;&#10;AI-generated content may be incorrect.">
              <a:extLst>
                <a:ext uri="{FF2B5EF4-FFF2-40B4-BE49-F238E27FC236}">
                  <a16:creationId xmlns:a16="http://schemas.microsoft.com/office/drawing/2014/main" id="{E971BE18-772B-943E-A376-77C39F5DBC4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2890992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50E1836C-31D9-4885-8AC5-ABFC564FE406}"/>
              </a:ext>
            </a:extLst>
          </p:cNvPr>
          <p:cNvSpPr>
            <a:spLocks noGrp="1"/>
          </p:cNvSpPr>
          <p:nvPr>
            <p:ph type="pic" sz="quarter" idx="10"/>
          </p:nvPr>
        </p:nvSpPr>
        <p:spPr>
          <a:xfrm>
            <a:off x="5891514" y="2"/>
            <a:ext cx="6300484" cy="5413385"/>
          </a:xfrm>
          <a:custGeom>
            <a:avLst/>
            <a:gdLst>
              <a:gd name="connsiteX0" fmla="*/ 1031106 w 7021572"/>
              <a:gd name="connsiteY0" fmla="*/ 0 h 6032945"/>
              <a:gd name="connsiteX1" fmla="*/ 7021572 w 7021572"/>
              <a:gd name="connsiteY1" fmla="*/ 0 h 6032945"/>
              <a:gd name="connsiteX2" fmla="*/ 7021572 w 7021572"/>
              <a:gd name="connsiteY2" fmla="*/ 5484686 h 6032945"/>
              <a:gd name="connsiteX3" fmla="*/ 1424105 w 7021572"/>
              <a:gd name="connsiteY3" fmla="*/ 5408650 h 6032945"/>
              <a:gd name="connsiteX4" fmla="*/ 1031106 w 7021572"/>
              <a:gd name="connsiteY4" fmla="*/ 0 h 6032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1572" h="6032945">
                <a:moveTo>
                  <a:pt x="1031106" y="0"/>
                </a:moveTo>
                <a:lnTo>
                  <a:pt x="7021572" y="0"/>
                </a:lnTo>
                <a:lnTo>
                  <a:pt x="7021572" y="5484686"/>
                </a:lnTo>
                <a:cubicBezTo>
                  <a:pt x="5289184" y="3670410"/>
                  <a:pt x="3608694" y="7451030"/>
                  <a:pt x="1424105" y="5408650"/>
                </a:cubicBezTo>
                <a:cubicBezTo>
                  <a:pt x="-1042032" y="3103050"/>
                  <a:pt x="288061" y="1349236"/>
                  <a:pt x="1031106" y="0"/>
                </a:cubicBezTo>
                <a:close/>
              </a:path>
            </a:pathLst>
          </a:custGeom>
        </p:spPr>
        <p:txBody>
          <a:bodyPr wrap="square">
            <a:noAutofit/>
          </a:bodyPr>
          <a:lstStyle>
            <a:lvl1pPr>
              <a:defRPr>
                <a:latin typeface="+mn-lt"/>
              </a:defRPr>
            </a:lvl1pPr>
          </a:lstStyle>
          <a:p>
            <a:r>
              <a:rPr lang="en-US"/>
              <a:t>Click icon to add picture</a:t>
            </a:r>
            <a:endParaRPr lang="en-US" dirty="0"/>
          </a:p>
        </p:txBody>
      </p:sp>
      <p:sp>
        <p:nvSpPr>
          <p:cNvPr id="8"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13" name="Title 12"/>
          <p:cNvSpPr>
            <a:spLocks noGrp="1"/>
          </p:cNvSpPr>
          <p:nvPr>
            <p:ph type="title"/>
          </p:nvPr>
        </p:nvSpPr>
        <p:spPr>
          <a:xfrm>
            <a:off x="713966" y="3432197"/>
            <a:ext cx="4532453" cy="1325563"/>
          </a:xfrm>
        </p:spPr>
        <p:txBody>
          <a:bodyPr>
            <a:normAutofit/>
          </a:bodyPr>
          <a:lstStyle>
            <a:lvl1pPr>
              <a:defRPr sz="4000" b="0">
                <a:latin typeface="+mj-lt"/>
              </a:defRPr>
            </a:lvl1pPr>
          </a:lstStyle>
          <a:p>
            <a:r>
              <a:rPr lang="en-US"/>
              <a:t>Click to edit Master title style</a:t>
            </a:r>
            <a:endParaRPr lang="en-US" dirty="0"/>
          </a:p>
        </p:txBody>
      </p:sp>
      <p:sp>
        <p:nvSpPr>
          <p:cNvPr id="14" name="Text Placeholder 10"/>
          <p:cNvSpPr>
            <a:spLocks noGrp="1"/>
          </p:cNvSpPr>
          <p:nvPr>
            <p:ph type="body" sz="quarter" idx="14"/>
          </p:nvPr>
        </p:nvSpPr>
        <p:spPr>
          <a:xfrm>
            <a:off x="713966" y="4790824"/>
            <a:ext cx="4532453" cy="730079"/>
          </a:xfrm>
        </p:spPr>
        <p:txBody>
          <a:bodyPr>
            <a:noAutofit/>
          </a:bodyPr>
          <a:lstStyle>
            <a:lvl1pPr marL="0" indent="0" algn="l">
              <a:lnSpc>
                <a:spcPct val="100000"/>
              </a:lnSpc>
              <a:spcBef>
                <a:spcPts val="0"/>
              </a:spcBef>
              <a:buNone/>
              <a:defRPr sz="140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Click to edit Master text styles</a:t>
            </a:r>
          </a:p>
        </p:txBody>
      </p:sp>
      <p:sp>
        <p:nvSpPr>
          <p:cNvPr id="9"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6ADCF5C8-2CFD-A54C-D98A-E2FB534D0BB7}"/>
              </a:ext>
            </a:extLst>
          </p:cNvPr>
          <p:cNvGrpSpPr/>
          <p:nvPr userDrawn="1"/>
        </p:nvGrpSpPr>
        <p:grpSpPr>
          <a:xfrm>
            <a:off x="121919" y="6190529"/>
            <a:ext cx="2371241" cy="609748"/>
            <a:chOff x="0" y="1861457"/>
            <a:chExt cx="12192000" cy="3135086"/>
          </a:xfrm>
        </p:grpSpPr>
        <p:pic>
          <p:nvPicPr>
            <p:cNvPr id="6" name="Picture 5" descr="A black background with numbers&#10;&#10;AI-generated content may be incorrect.">
              <a:extLst>
                <a:ext uri="{FF2B5EF4-FFF2-40B4-BE49-F238E27FC236}">
                  <a16:creationId xmlns:a16="http://schemas.microsoft.com/office/drawing/2014/main" id="{326FAE3A-2841-6B65-59CD-6A6C4F21C18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10" name="Picture 9" descr="A black background with white letters&#10;&#10;AI-generated content may be incorrect.">
              <a:extLst>
                <a:ext uri="{FF2B5EF4-FFF2-40B4-BE49-F238E27FC236}">
                  <a16:creationId xmlns:a16="http://schemas.microsoft.com/office/drawing/2014/main" id="{19892E7D-C06B-F76D-8243-CDE116D6A1E2}"/>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3295969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lum_Text_slide">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8778240" y="563880"/>
            <a:ext cx="3413760" cy="5730240"/>
          </a:xfrm>
          <a:prstGeom prst="rect">
            <a:avLst/>
          </a:prstGeom>
        </p:spPr>
      </p:pic>
      <p:sp>
        <p:nvSpPr>
          <p:cNvPr id="11" name="Freeform 11">
            <a:extLst>
              <a:ext uri="{FF2B5EF4-FFF2-40B4-BE49-F238E27FC236}">
                <a16:creationId xmlns:a16="http://schemas.microsoft.com/office/drawing/2014/main" id="{915EC2ED-9886-40AB-B783-2BB65FF55236}"/>
              </a:ext>
            </a:extLst>
          </p:cNvPr>
          <p:cNvSpPr>
            <a:spLocks/>
          </p:cNvSpPr>
          <p:nvPr userDrawn="1"/>
        </p:nvSpPr>
        <p:spPr bwMode="auto">
          <a:xfrm>
            <a:off x="11675364" y="6493069"/>
            <a:ext cx="394716" cy="249292"/>
          </a:xfrm>
          <a:custGeom>
            <a:avLst/>
            <a:gdLst>
              <a:gd name="T0" fmla="*/ 81 w 156"/>
              <a:gd name="T1" fmla="*/ 0 h 98"/>
              <a:gd name="T2" fmla="*/ 79 w 156"/>
              <a:gd name="T3" fmla="*/ 0 h 98"/>
              <a:gd name="T4" fmla="*/ 34 w 156"/>
              <a:gd name="T5" fmla="*/ 28 h 98"/>
              <a:gd name="T6" fmla="*/ 13 w 156"/>
              <a:gd name="T7" fmla="*/ 71 h 98"/>
              <a:gd name="T8" fmla="*/ 0 w 156"/>
              <a:gd name="T9" fmla="*/ 98 h 98"/>
              <a:gd name="T10" fmla="*/ 75 w 156"/>
              <a:gd name="T11" fmla="*/ 98 h 98"/>
              <a:gd name="T12" fmla="*/ 77 w 156"/>
              <a:gd name="T13" fmla="*/ 98 h 98"/>
              <a:gd name="T14" fmla="*/ 122 w 156"/>
              <a:gd name="T15" fmla="*/ 69 h 98"/>
              <a:gd name="T16" fmla="*/ 156 w 156"/>
              <a:gd name="T17" fmla="*/ 0 h 98"/>
              <a:gd name="T18" fmla="*/ 81 w 156"/>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98">
                <a:moveTo>
                  <a:pt x="81" y="0"/>
                </a:moveTo>
                <a:cubicBezTo>
                  <a:pt x="79" y="0"/>
                  <a:pt x="79" y="0"/>
                  <a:pt x="79" y="0"/>
                </a:cubicBezTo>
                <a:cubicBezTo>
                  <a:pt x="72" y="0"/>
                  <a:pt x="47" y="2"/>
                  <a:pt x="34" y="28"/>
                </a:cubicBezTo>
                <a:cubicBezTo>
                  <a:pt x="13" y="71"/>
                  <a:pt x="13" y="71"/>
                  <a:pt x="13" y="71"/>
                </a:cubicBezTo>
                <a:cubicBezTo>
                  <a:pt x="0" y="98"/>
                  <a:pt x="0" y="98"/>
                  <a:pt x="0" y="98"/>
                </a:cubicBezTo>
                <a:cubicBezTo>
                  <a:pt x="75" y="98"/>
                  <a:pt x="75" y="98"/>
                  <a:pt x="75" y="98"/>
                </a:cubicBezTo>
                <a:cubicBezTo>
                  <a:pt x="77" y="98"/>
                  <a:pt x="77" y="98"/>
                  <a:pt x="77" y="98"/>
                </a:cubicBezTo>
                <a:cubicBezTo>
                  <a:pt x="84" y="97"/>
                  <a:pt x="109" y="95"/>
                  <a:pt x="122" y="69"/>
                </a:cubicBezTo>
                <a:cubicBezTo>
                  <a:pt x="156" y="0"/>
                  <a:pt x="156" y="0"/>
                  <a:pt x="156" y="0"/>
                </a:cubicBezTo>
                <a:lnTo>
                  <a:pt x="81" y="0"/>
                </a:lnTo>
                <a:close/>
              </a:path>
            </a:pathLst>
          </a:custGeom>
          <a:solidFill>
            <a:srgbClr val="005DF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Segoe UI"/>
              <a:ea typeface="+mn-ea"/>
              <a:cs typeface="+mn-cs"/>
            </a:endParaRPr>
          </a:p>
        </p:txBody>
      </p:sp>
      <p:sp>
        <p:nvSpPr>
          <p:cNvPr id="15" name="Title 6"/>
          <p:cNvSpPr>
            <a:spLocks noGrp="1"/>
          </p:cNvSpPr>
          <p:nvPr>
            <p:ph type="title" hasCustomPrompt="1"/>
          </p:nvPr>
        </p:nvSpPr>
        <p:spPr>
          <a:xfrm>
            <a:off x="830194" y="701040"/>
            <a:ext cx="10515600" cy="821045"/>
          </a:xfrm>
        </p:spPr>
        <p:txBody>
          <a:bodyPr>
            <a:noAutofit/>
          </a:bodyPr>
          <a:lstStyle>
            <a:lvl1pPr algn="l">
              <a:lnSpc>
                <a:spcPct val="100000"/>
              </a:lnSpc>
              <a:defRPr lang="en-US" sz="3600" b="1" kern="1200" spc="0" baseline="0" dirty="0">
                <a:solidFill>
                  <a:schemeClr val="bg1"/>
                </a:solidFill>
                <a:latin typeface="+mj-lt"/>
                <a:ea typeface="+mn-ea"/>
                <a:cs typeface="+mn-cs"/>
              </a:defRPr>
            </a:lvl1pPr>
          </a:lstStyle>
          <a:p>
            <a:r>
              <a:rPr lang="en-US" dirty="0"/>
              <a:t>Click To Edit Master Title Style</a:t>
            </a:r>
          </a:p>
        </p:txBody>
      </p:sp>
      <p:sp>
        <p:nvSpPr>
          <p:cNvPr id="17" name="Text Placeholder 3"/>
          <p:cNvSpPr>
            <a:spLocks noGrp="1"/>
          </p:cNvSpPr>
          <p:nvPr>
            <p:ph type="body" sz="quarter" idx="14"/>
          </p:nvPr>
        </p:nvSpPr>
        <p:spPr>
          <a:xfrm>
            <a:off x="830194" y="1511199"/>
            <a:ext cx="10501292" cy="449681"/>
          </a:xfrm>
          <a:prstGeom prst="rect">
            <a:avLst/>
          </a:prstGeom>
        </p:spPr>
        <p:txBody>
          <a:bodyPr>
            <a:normAutofit/>
          </a:bodyPr>
          <a:lstStyle>
            <a:lvl1pPr marL="0" indent="0" algn="l">
              <a:lnSpc>
                <a:spcPct val="100000"/>
              </a:lnSpc>
              <a:spcBef>
                <a:spcPts val="0"/>
              </a:spcBef>
              <a:buNone/>
              <a:defRPr sz="2000">
                <a:solidFill>
                  <a:schemeClr val="bg1"/>
                </a:solidFill>
                <a:latin typeface="+mn-lt"/>
              </a:defRPr>
            </a:lvl1pPr>
          </a:lstStyle>
          <a:p>
            <a:pPr lvl="0"/>
            <a:r>
              <a:rPr lang="en-US" dirty="0"/>
              <a:t>Click to edit Master text styles</a:t>
            </a:r>
          </a:p>
        </p:txBody>
      </p:sp>
      <p:sp>
        <p:nvSpPr>
          <p:cNvPr id="18" name="Text Placeholder 3"/>
          <p:cNvSpPr>
            <a:spLocks noGrp="1"/>
          </p:cNvSpPr>
          <p:nvPr>
            <p:ph type="body" sz="quarter" idx="21"/>
          </p:nvPr>
        </p:nvSpPr>
        <p:spPr>
          <a:xfrm>
            <a:off x="830194" y="2211054"/>
            <a:ext cx="7062522" cy="406405"/>
          </a:xfrm>
          <a:prstGeom prst="rect">
            <a:avLst/>
          </a:prstGeom>
        </p:spPr>
        <p:txBody>
          <a:bodyPr anchor="ctr">
            <a:noAutofit/>
          </a:bodyPr>
          <a:lstStyle>
            <a:lvl1pPr marL="0" indent="0" algn="l">
              <a:lnSpc>
                <a:spcPct val="100000"/>
              </a:lnSpc>
              <a:spcBef>
                <a:spcPts val="0"/>
              </a:spcBef>
              <a:buNone/>
              <a:defRPr sz="2000" b="1">
                <a:solidFill>
                  <a:schemeClr val="bg1"/>
                </a:solidFill>
                <a:latin typeface="+mj-lt"/>
                <a:ea typeface="Roboto Condensed" panose="02000000000000000000" pitchFamily="2" charset="0"/>
              </a:defRPr>
            </a:lvl1pPr>
          </a:lstStyle>
          <a:p>
            <a:pPr lvl="0"/>
            <a:r>
              <a:rPr lang="en-US" dirty="0"/>
              <a:t>Click to edit Master text styles</a:t>
            </a:r>
          </a:p>
        </p:txBody>
      </p:sp>
      <p:sp>
        <p:nvSpPr>
          <p:cNvPr id="19" name="Text Placeholder 15"/>
          <p:cNvSpPr>
            <a:spLocks noGrp="1"/>
          </p:cNvSpPr>
          <p:nvPr>
            <p:ph type="body" sz="quarter" idx="20"/>
          </p:nvPr>
        </p:nvSpPr>
        <p:spPr>
          <a:xfrm>
            <a:off x="830194" y="2670068"/>
            <a:ext cx="7062522" cy="2960711"/>
          </a:xfrm>
        </p:spPr>
        <p:txBody>
          <a:bodyPr>
            <a:normAutofit/>
          </a:bodyPr>
          <a:lstStyle>
            <a:lvl1pPr marL="228594" indent="-228594" algn="l">
              <a:lnSpc>
                <a:spcPct val="100000"/>
              </a:lnSpc>
              <a:spcBef>
                <a:spcPts val="400"/>
              </a:spcBef>
              <a:spcAft>
                <a:spcPts val="400"/>
              </a:spcAft>
              <a:buClr>
                <a:srgbClr val="0E151D"/>
              </a:buClr>
              <a:buSzPct val="100000"/>
              <a:buFont typeface="Arial" panose="020B0604020202020204" pitchFamily="34" charset="0"/>
              <a:buChar char="•"/>
              <a:defRPr sz="1800">
                <a:solidFill>
                  <a:schemeClr val="bg1"/>
                </a:solidFill>
                <a:latin typeface="+mn-lt"/>
              </a:defRPr>
            </a:lvl1pPr>
            <a:lvl2pPr marL="685783" indent="-228594" algn="l">
              <a:lnSpc>
                <a:spcPct val="100000"/>
              </a:lnSpc>
              <a:spcBef>
                <a:spcPts val="400"/>
              </a:spcBef>
              <a:spcAft>
                <a:spcPts val="400"/>
              </a:spcAft>
              <a:buClr>
                <a:srgbClr val="0E151D"/>
              </a:buClr>
              <a:buSzPct val="100000"/>
              <a:buFont typeface="Arial" panose="020B0604020202020204" pitchFamily="34" charset="0"/>
              <a:buChar char="•"/>
              <a:defRPr sz="1800">
                <a:solidFill>
                  <a:schemeClr val="bg1"/>
                </a:solidFill>
                <a:latin typeface="+mn-lt"/>
              </a:defRPr>
            </a:lvl2pPr>
            <a:lvl3pPr marL="1142971" indent="-228594" algn="l">
              <a:lnSpc>
                <a:spcPct val="100000"/>
              </a:lnSpc>
              <a:spcBef>
                <a:spcPts val="400"/>
              </a:spcBef>
              <a:spcAft>
                <a:spcPts val="400"/>
              </a:spcAft>
              <a:buClr>
                <a:srgbClr val="0E151D"/>
              </a:buClr>
              <a:buSzPct val="100000"/>
              <a:buFont typeface="Arial" panose="020B0604020202020204" pitchFamily="34" charset="0"/>
              <a:buChar char="•"/>
              <a:defRPr sz="1600">
                <a:solidFill>
                  <a:schemeClr val="bg1"/>
                </a:solidFill>
                <a:latin typeface="+mn-lt"/>
              </a:defRPr>
            </a:lvl3pPr>
            <a:lvl4pPr marL="1600160"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bg1"/>
                </a:solidFill>
                <a:latin typeface="+mn-lt"/>
              </a:defRPr>
            </a:lvl4pPr>
            <a:lvl5pPr marL="2057349" indent="-228594" algn="l">
              <a:lnSpc>
                <a:spcPct val="100000"/>
              </a:lnSpc>
              <a:spcBef>
                <a:spcPts val="400"/>
              </a:spcBef>
              <a:spcAft>
                <a:spcPts val="400"/>
              </a:spcAft>
              <a:buClr>
                <a:srgbClr val="0E151D"/>
              </a:buClr>
              <a:buSzPct val="100000"/>
              <a:buFont typeface="Arial" panose="020B0604020202020204" pitchFamily="34" charset="0"/>
              <a:buChar char="•"/>
              <a:defRPr sz="14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Slide Number Placeholder 10"/>
          <p:cNvSpPr>
            <a:spLocks noGrp="1"/>
          </p:cNvSpPr>
          <p:nvPr>
            <p:ph type="sldNum" sz="quarter" idx="13"/>
          </p:nvPr>
        </p:nvSpPr>
        <p:spPr>
          <a:xfrm>
            <a:off x="11608943" y="6435152"/>
            <a:ext cx="527558" cy="365125"/>
          </a:xfrm>
        </p:spPr>
        <p:txBody>
          <a:bodyPr/>
          <a:lstStyle>
            <a:lvl1pPr algn="ctr">
              <a:defRPr sz="1050">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A691EB33-43E8-8888-A533-5E6B7B316523}"/>
              </a:ext>
            </a:extLst>
          </p:cNvPr>
          <p:cNvGrpSpPr/>
          <p:nvPr userDrawn="1"/>
        </p:nvGrpSpPr>
        <p:grpSpPr>
          <a:xfrm>
            <a:off x="121919" y="6190529"/>
            <a:ext cx="2371241" cy="609748"/>
            <a:chOff x="0" y="1861457"/>
            <a:chExt cx="12192000" cy="3135086"/>
          </a:xfrm>
        </p:grpSpPr>
        <p:pic>
          <p:nvPicPr>
            <p:cNvPr id="6" name="Picture 5" descr="A black background with numbers&#10;&#10;AI-generated content may be incorrect.">
              <a:extLst>
                <a:ext uri="{FF2B5EF4-FFF2-40B4-BE49-F238E27FC236}">
                  <a16:creationId xmlns:a16="http://schemas.microsoft.com/office/drawing/2014/main" id="{47FEC7D1-0D10-E09F-8AFF-0CE9BEEE728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74167"/>
            <a:stretch/>
          </p:blipFill>
          <p:spPr>
            <a:xfrm>
              <a:off x="0" y="1861457"/>
              <a:ext cx="3149600" cy="3135086"/>
            </a:xfrm>
            <a:prstGeom prst="rect">
              <a:avLst/>
            </a:prstGeom>
          </p:spPr>
        </p:pic>
        <p:pic>
          <p:nvPicPr>
            <p:cNvPr id="7" name="Picture 6" descr="A black background with white letters&#10;&#10;AI-generated content may be incorrect.">
              <a:extLst>
                <a:ext uri="{FF2B5EF4-FFF2-40B4-BE49-F238E27FC236}">
                  <a16:creationId xmlns:a16="http://schemas.microsoft.com/office/drawing/2014/main" id="{39A49DB9-FF46-20E0-F987-3ADB839D85A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l="25833"/>
            <a:stretch/>
          </p:blipFill>
          <p:spPr>
            <a:xfrm>
              <a:off x="3149600" y="1861457"/>
              <a:ext cx="9042400" cy="3135086"/>
            </a:xfrm>
            <a:prstGeom prst="rect">
              <a:avLst/>
            </a:prstGeom>
          </p:spPr>
        </p:pic>
      </p:grpSp>
    </p:spTree>
    <p:extLst>
      <p:ext uri="{BB962C8B-B14F-4D97-AF65-F5344CB8AC3E}">
        <p14:creationId xmlns:p14="http://schemas.microsoft.com/office/powerpoint/2010/main" val="22079021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74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92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473200"/>
            <a:ext cx="10515600" cy="47037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02B61734-2BF3-48FC-A222-A72ED1937300}" type="datetime5">
              <a:rPr lang="en-US" smtClean="0"/>
              <a:pPr/>
              <a:t>10-Mar-26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FCA239EA-F1FD-4C8D-8363-19B4042F821C}" type="slidenum">
              <a:rPr lang="en-US" smtClean="0"/>
              <a:pPr/>
              <a:t>‹#›</a:t>
            </a:fld>
            <a:endParaRPr lang="en-US"/>
          </a:p>
        </p:txBody>
      </p:sp>
    </p:spTree>
    <p:extLst>
      <p:ext uri="{BB962C8B-B14F-4D97-AF65-F5344CB8AC3E}">
        <p14:creationId xmlns:p14="http://schemas.microsoft.com/office/powerpoint/2010/main" val="2234013639"/>
      </p:ext>
    </p:extLst>
  </p:cSld>
  <p:clrMap bg1="lt1" tx1="dk1" bg2="lt2" tx2="dk2" accent1="accent1" accent2="accent2" accent3="accent3" accent4="accent4" accent5="accent5" accent6="accent6" hlink="hlink" folHlink="folHlink"/>
  <p:sldLayoutIdLst>
    <p:sldLayoutId id="2147483673" r:id="rId1"/>
    <p:sldLayoutId id="2147483666" r:id="rId2"/>
    <p:sldLayoutId id="2147483667" r:id="rId3"/>
    <p:sldLayoutId id="2147483668" r:id="rId4"/>
    <p:sldLayoutId id="2147483665" r:id="rId5"/>
    <p:sldLayoutId id="2147483672" r:id="rId6"/>
    <p:sldLayoutId id="2147483664" r:id="rId7"/>
    <p:sldLayoutId id="2147483662" r:id="rId8"/>
    <p:sldLayoutId id="2147483661" r:id="rId9"/>
    <p:sldLayoutId id="2147483660" r:id="rId10"/>
    <p:sldLayoutId id="2147483663" r:id="rId11"/>
    <p:sldLayoutId id="2147483669" r:id="rId12"/>
  </p:sldLayoutIdLst>
  <p:hf hdr="0" ft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gradFill>
        <a:effectLst/>
      </p:bgPr>
    </p:bg>
    <p:spTree>
      <p:nvGrpSpPr>
        <p:cNvPr id="1" name=""/>
        <p:cNvGrpSpPr/>
        <p:nvPr/>
      </p:nvGrpSpPr>
      <p:grpSpPr>
        <a:xfrm>
          <a:off x="0" y="0"/>
          <a:ext cx="0" cy="0"/>
          <a:chOff x="0" y="0"/>
          <a:chExt cx="0" cy="0"/>
        </a:xfrm>
      </p:grpSpPr>
      <p:pic>
        <p:nvPicPr>
          <p:cNvPr id="9" name="Picture 8" descr="A blurry image of a colorful background&#10;&#10;AI-generated content may be incorrect.">
            <a:extLst>
              <a:ext uri="{FF2B5EF4-FFF2-40B4-BE49-F238E27FC236}">
                <a16:creationId xmlns:a16="http://schemas.microsoft.com/office/drawing/2014/main" id="{44D657A2-C3E5-1441-090C-9C2A4F57BD63}"/>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245714" cy="6858000"/>
          </a:xfrm>
          <a:prstGeom prst="rect">
            <a:avLst/>
          </a:prstGeom>
        </p:spPr>
      </p:pic>
      <p:sp>
        <p:nvSpPr>
          <p:cNvPr id="2" name="Title Placeholder 1"/>
          <p:cNvSpPr>
            <a:spLocks noGrp="1"/>
          </p:cNvSpPr>
          <p:nvPr>
            <p:ph type="title"/>
          </p:nvPr>
        </p:nvSpPr>
        <p:spPr>
          <a:xfrm>
            <a:off x="838200" y="365126"/>
            <a:ext cx="10515600" cy="92180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473200"/>
            <a:ext cx="10515600" cy="4703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mn-lt"/>
              </a:defRPr>
            </a:lvl1pPr>
          </a:lstStyle>
          <a:p>
            <a:fld id="{02B61734-2BF3-48FC-A222-A72ED1937300}" type="datetime5">
              <a:rPr lang="en-US" smtClean="0"/>
              <a:pPr/>
              <a:t>10-Mar-26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mn-lt"/>
              </a:defRPr>
            </a:lvl1pPr>
          </a:lstStyle>
          <a:p>
            <a:fld id="{FCA239EA-F1FD-4C8D-8363-19B4042F821C}" type="slidenum">
              <a:rPr lang="en-US" smtClean="0"/>
              <a:pPr/>
              <a:t>‹#›</a:t>
            </a:fld>
            <a:endParaRPr lang="en-US" dirty="0"/>
          </a:p>
        </p:txBody>
      </p:sp>
    </p:spTree>
    <p:extLst>
      <p:ext uri="{BB962C8B-B14F-4D97-AF65-F5344CB8AC3E}">
        <p14:creationId xmlns:p14="http://schemas.microsoft.com/office/powerpoint/2010/main" val="1429224441"/>
      </p:ext>
    </p:extLst>
  </p:cSld>
  <p:clrMap bg1="lt1" tx1="dk1" bg2="lt2" tx2="dk2" accent1="accent1" accent2="accent2" accent3="accent3" accent4="accent4" accent5="accent5" accent6="accent6" hlink="hlink" folHlink="folHlink"/>
  <p:sldLayoutIdLst>
    <p:sldLayoutId id="214748369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82" r:id="rId11"/>
  </p:sldLayoutIdLst>
  <p:hf hdr="0" ftr="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jpe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3.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30.png"/><Relationship Id="rId2" Type="http://schemas.openxmlformats.org/officeDocument/2006/relationships/image" Target="../media/image12.png"/><Relationship Id="rId1" Type="http://schemas.openxmlformats.org/officeDocument/2006/relationships/slideLayout" Target="../slideLayouts/slideLayout1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jpe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7AD5B6D8-2715-A83F-1D09-0DD7BB37D7B0}"/>
              </a:ext>
            </a:extLst>
          </p:cNvPr>
          <p:cNvSpPr txBox="1">
            <a:spLocks/>
          </p:cNvSpPr>
          <p:nvPr/>
        </p:nvSpPr>
        <p:spPr>
          <a:xfrm>
            <a:off x="713966" y="3432197"/>
            <a:ext cx="4973912" cy="1325563"/>
          </a:xfrm>
          <a:prstGeom prst="rect">
            <a:avLst/>
          </a:prstGeom>
        </p:spPr>
        <p:txBody>
          <a:bodyPr>
            <a:normAutofit fontScale="90000" lnSpcReduction="100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GB" b="1" dirty="0"/>
              <a:t>Your First Power Platform DevOps Pipeline Isn’t as Hard as You Think</a:t>
            </a:r>
          </a:p>
          <a:p>
            <a:endParaRPr lang="en-US" sz="4400" b="1" dirty="0">
              <a:latin typeface="Segoe UI Semibold" panose="020B0502040204020203" pitchFamily="34" charset="0"/>
              <a:cs typeface="Segoe UI Semibold" panose="020B0502040204020203" pitchFamily="34" charset="0"/>
            </a:endParaRPr>
          </a:p>
        </p:txBody>
      </p:sp>
      <p:sp>
        <p:nvSpPr>
          <p:cNvPr id="3" name="Text Placeholder 3">
            <a:extLst>
              <a:ext uri="{FF2B5EF4-FFF2-40B4-BE49-F238E27FC236}">
                <a16:creationId xmlns:a16="http://schemas.microsoft.com/office/drawing/2014/main" id="{006D8C17-457D-8DFE-E264-7770BA5A585A}"/>
              </a:ext>
            </a:extLst>
          </p:cNvPr>
          <p:cNvSpPr txBox="1">
            <a:spLocks/>
          </p:cNvSpPr>
          <p:nvPr/>
        </p:nvSpPr>
        <p:spPr>
          <a:xfrm>
            <a:off x="713966" y="4757760"/>
            <a:ext cx="4798560" cy="7300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t>Getting started with DevOps with the Power Platform</a:t>
            </a:r>
            <a:endParaRPr lang="en-US" sz="900" dirty="0"/>
          </a:p>
        </p:txBody>
      </p:sp>
      <p:pic>
        <p:nvPicPr>
          <p:cNvPr id="5" name="Picture Placeholder 7">
            <a:extLst>
              <a:ext uri="{FF2B5EF4-FFF2-40B4-BE49-F238E27FC236}">
                <a16:creationId xmlns:a16="http://schemas.microsoft.com/office/drawing/2014/main" id="{CCAA0671-1947-B967-7C34-C0C236576D8E}"/>
              </a:ext>
            </a:extLst>
          </p:cNvPr>
          <p:cNvPicPr>
            <a:picLocks noChangeAspect="1"/>
          </p:cNvPicPr>
          <p:nvPr/>
        </p:nvPicPr>
        <p:blipFill>
          <a:blip r:embed="rId2">
            <a:alphaModFix amt="75000"/>
            <a:extLst>
              <a:ext uri="{28A0092B-C50C-407E-A947-70E740481C1C}">
                <a14:useLocalDpi xmlns:a14="http://schemas.microsoft.com/office/drawing/2010/main"/>
              </a:ext>
            </a:extLst>
          </a:blip>
          <a:srcRect/>
          <a:stretch>
            <a:fillRect/>
          </a:stretch>
        </p:blipFill>
        <p:spPr>
          <a:xfrm>
            <a:off x="5891514" y="2"/>
            <a:ext cx="6300484" cy="5413385"/>
          </a:xfrm>
          <a:custGeom>
            <a:avLst/>
            <a:gdLst>
              <a:gd name="connsiteX0" fmla="*/ 1031106 w 7021572"/>
              <a:gd name="connsiteY0" fmla="*/ 0 h 6032945"/>
              <a:gd name="connsiteX1" fmla="*/ 7021572 w 7021572"/>
              <a:gd name="connsiteY1" fmla="*/ 0 h 6032945"/>
              <a:gd name="connsiteX2" fmla="*/ 7021572 w 7021572"/>
              <a:gd name="connsiteY2" fmla="*/ 5484686 h 6032945"/>
              <a:gd name="connsiteX3" fmla="*/ 1424105 w 7021572"/>
              <a:gd name="connsiteY3" fmla="*/ 5408650 h 6032945"/>
              <a:gd name="connsiteX4" fmla="*/ 1031106 w 7021572"/>
              <a:gd name="connsiteY4" fmla="*/ 0 h 6032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1572" h="6032945">
                <a:moveTo>
                  <a:pt x="1031106" y="0"/>
                </a:moveTo>
                <a:lnTo>
                  <a:pt x="7021572" y="0"/>
                </a:lnTo>
                <a:lnTo>
                  <a:pt x="7021572" y="5484686"/>
                </a:lnTo>
                <a:cubicBezTo>
                  <a:pt x="5289184" y="3670410"/>
                  <a:pt x="3608694" y="7451030"/>
                  <a:pt x="1424105" y="5408650"/>
                </a:cubicBezTo>
                <a:cubicBezTo>
                  <a:pt x="-1042032" y="3103050"/>
                  <a:pt x="288061" y="1349236"/>
                  <a:pt x="1031106" y="0"/>
                </a:cubicBezTo>
                <a:close/>
              </a:path>
            </a:pathLst>
          </a:custGeom>
        </p:spPr>
      </p:pic>
      <p:sp>
        <p:nvSpPr>
          <p:cNvPr id="6" name="TextBox 5">
            <a:extLst>
              <a:ext uri="{FF2B5EF4-FFF2-40B4-BE49-F238E27FC236}">
                <a16:creationId xmlns:a16="http://schemas.microsoft.com/office/drawing/2014/main" id="{9763F91C-D772-61D9-FBE2-B1B1F7470B84}"/>
              </a:ext>
            </a:extLst>
          </p:cNvPr>
          <p:cNvSpPr txBox="1"/>
          <p:nvPr/>
        </p:nvSpPr>
        <p:spPr>
          <a:xfrm>
            <a:off x="713966" y="5760720"/>
            <a:ext cx="4728888" cy="307777"/>
          </a:xfrm>
          <a:prstGeom prst="rect">
            <a:avLst/>
          </a:prstGeom>
          <a:noFill/>
        </p:spPr>
        <p:txBody>
          <a:bodyPr wrap="square" rtlCol="0">
            <a:spAutoFit/>
          </a:bodyPr>
          <a:lstStyle/>
          <a:p>
            <a:r>
              <a:rPr lang="en-US" sz="1400" dirty="0">
                <a:solidFill>
                  <a:schemeClr val="bg1">
                    <a:lumMod val="50000"/>
                  </a:schemeClr>
                </a:solidFill>
              </a:rPr>
              <a:t>Presented by | Ian Tweedie</a:t>
            </a:r>
          </a:p>
        </p:txBody>
      </p:sp>
      <p:cxnSp>
        <p:nvCxnSpPr>
          <p:cNvPr id="7" name="Straight Connector 6">
            <a:extLst>
              <a:ext uri="{FF2B5EF4-FFF2-40B4-BE49-F238E27FC236}">
                <a16:creationId xmlns:a16="http://schemas.microsoft.com/office/drawing/2014/main" id="{1E904B32-0174-E4AB-8134-AA6FD87362F0}"/>
              </a:ext>
            </a:extLst>
          </p:cNvPr>
          <p:cNvCxnSpPr/>
          <p:nvPr/>
        </p:nvCxnSpPr>
        <p:spPr>
          <a:xfrm>
            <a:off x="810308" y="5695950"/>
            <a:ext cx="1959562" cy="0"/>
          </a:xfrm>
          <a:prstGeom prst="line">
            <a:avLst/>
          </a:prstGeom>
          <a:ln>
            <a:solidFill>
              <a:srgbClr val="F4BF33"/>
            </a:solidFill>
          </a:ln>
        </p:spPr>
        <p:style>
          <a:lnRef idx="1">
            <a:schemeClr val="accent1"/>
          </a:lnRef>
          <a:fillRef idx="0">
            <a:schemeClr val="accent1"/>
          </a:fillRef>
          <a:effectRef idx="0">
            <a:schemeClr val="accent1"/>
          </a:effectRef>
          <a:fontRef idx="minor">
            <a:schemeClr val="tx1"/>
          </a:fontRef>
        </p:style>
      </p:cxnSp>
      <p:pic>
        <p:nvPicPr>
          <p:cNvPr id="8" name="Picture 7" descr="Graphical user interface, text, application&#10;&#10;Description automatically generated">
            <a:extLst>
              <a:ext uri="{FF2B5EF4-FFF2-40B4-BE49-F238E27FC236}">
                <a16:creationId xmlns:a16="http://schemas.microsoft.com/office/drawing/2014/main" id="{B340A34E-F452-CA35-772A-0E0C18FE38B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44358" y="1351923"/>
            <a:ext cx="5512524" cy="1984509"/>
          </a:xfrm>
          <a:prstGeom prst="rect">
            <a:avLst/>
          </a:prstGeom>
          <a:ln>
            <a:noFill/>
          </a:ln>
        </p:spPr>
      </p:pic>
    </p:spTree>
    <p:extLst>
      <p:ext uri="{BB962C8B-B14F-4D97-AF65-F5344CB8AC3E}">
        <p14:creationId xmlns:p14="http://schemas.microsoft.com/office/powerpoint/2010/main" val="186865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solidFill>
                  <a:schemeClr val="accent1"/>
                </a:solidFill>
              </a:rPr>
              <a:t>THANK YOU TO </a:t>
            </a:r>
            <a:r>
              <a:rPr lang="en-US" sz="4400" dirty="0">
                <a:solidFill>
                  <a:schemeClr val="accent2"/>
                </a:solidFill>
              </a:rPr>
              <a:t>OUR SPONSORS</a:t>
            </a:r>
          </a:p>
        </p:txBody>
      </p:sp>
      <p:sp>
        <p:nvSpPr>
          <p:cNvPr id="3" name="Text Placeholder 2"/>
          <p:cNvSpPr>
            <a:spLocks noGrp="1"/>
          </p:cNvSpPr>
          <p:nvPr>
            <p:ph type="body" sz="quarter" idx="13"/>
          </p:nvPr>
        </p:nvSpPr>
        <p:spPr/>
        <p:txBody>
          <a:bodyPr/>
          <a:lstStyle/>
          <a:p>
            <a:r>
              <a:rPr lang="en-US" dirty="0"/>
              <a:t>Please join us in thanking the user group sponsors who make these meetings possible</a:t>
            </a:r>
          </a:p>
          <a:p>
            <a:endParaRPr lang="en-US" dirty="0"/>
          </a:p>
        </p:txBody>
      </p:sp>
      <p:sp>
        <p:nvSpPr>
          <p:cNvPr id="4" name="Slide Number Placeholder 3"/>
          <p:cNvSpPr>
            <a:spLocks noGrp="1"/>
          </p:cNvSpPr>
          <p:nvPr>
            <p:ph type="sldNum" sz="quarter" idx="14"/>
          </p:nvPr>
        </p:nvSpPr>
        <p:spPr/>
        <p:txBody>
          <a:bodyPr/>
          <a:lstStyle/>
          <a:p>
            <a:fld id="{FCA239EA-F1FD-4C8D-8363-19B4042F821C}" type="slidenum">
              <a:rPr lang="en-US" smtClean="0">
                <a:latin typeface="+mn-lt"/>
              </a:rPr>
              <a:pPr/>
              <a:t>2</a:t>
            </a:fld>
            <a:endParaRPr lang="en-US" dirty="0">
              <a:latin typeface="+mn-lt"/>
            </a:endParaRPr>
          </a:p>
        </p:txBody>
      </p:sp>
      <p:cxnSp>
        <p:nvCxnSpPr>
          <p:cNvPr id="5" name="Straight Connector 4"/>
          <p:cNvCxnSpPr>
            <a:cxnSpLocks/>
          </p:cNvCxnSpPr>
          <p:nvPr/>
        </p:nvCxnSpPr>
        <p:spPr>
          <a:xfrm flipH="1">
            <a:off x="2220760" y="152071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9531047" y="152071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A01D46B-9758-EEB2-0C4E-08CB6F470D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774" y="2176799"/>
            <a:ext cx="2960075" cy="738346"/>
          </a:xfrm>
          <a:prstGeom prst="rect">
            <a:avLst/>
          </a:prstGeom>
        </p:spPr>
      </p:pic>
      <p:pic>
        <p:nvPicPr>
          <p:cNvPr id="8" name="Picture 8">
            <a:extLst>
              <a:ext uri="{FF2B5EF4-FFF2-40B4-BE49-F238E27FC236}">
                <a16:creationId xmlns:a16="http://schemas.microsoft.com/office/drawing/2014/main" id="{C9826E60-DBA1-5E57-6433-AA9202B6CA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8774" y="4893128"/>
            <a:ext cx="3389357" cy="71053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446CADF-F917-90A8-E953-D174965F4AE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00080" y="3511677"/>
            <a:ext cx="3772642" cy="6187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logo on a black background&#10;&#10;AI-generated content may be incorrect.">
            <a:extLst>
              <a:ext uri="{FF2B5EF4-FFF2-40B4-BE49-F238E27FC236}">
                <a16:creationId xmlns:a16="http://schemas.microsoft.com/office/drawing/2014/main" id="{E296C18F-1C7D-76E9-643D-B2EE83C2DAAB}"/>
              </a:ext>
            </a:extLst>
          </p:cNvPr>
          <p:cNvPicPr>
            <a:picLocks noChangeAspect="1"/>
          </p:cNvPicPr>
          <p:nvPr/>
        </p:nvPicPr>
        <p:blipFill>
          <a:blip r:embed="rId6" cstate="print">
            <a:extLst>
              <a:ext uri="{28A0092B-C50C-407E-A947-70E740481C1C}">
                <a14:useLocalDpi xmlns:a14="http://schemas.microsoft.com/office/drawing/2010/main" val="0"/>
              </a:ext>
            </a:extLst>
          </a:blip>
          <a:srcRect l="7878" t="10962" b="16739"/>
          <a:stretch>
            <a:fillRect/>
          </a:stretch>
        </p:blipFill>
        <p:spPr>
          <a:xfrm>
            <a:off x="6493934" y="2094782"/>
            <a:ext cx="1543611" cy="1211434"/>
          </a:xfrm>
          <a:prstGeom prst="roundRect">
            <a:avLst>
              <a:gd name="adj" fmla="val 11593"/>
            </a:avLst>
          </a:prstGeom>
        </p:spPr>
      </p:pic>
      <p:pic>
        <p:nvPicPr>
          <p:cNvPr id="13" name="Picture 12" descr="A green and blue logo&#10;&#10;AI-generated content may be incorrect.">
            <a:extLst>
              <a:ext uri="{FF2B5EF4-FFF2-40B4-BE49-F238E27FC236}">
                <a16:creationId xmlns:a16="http://schemas.microsoft.com/office/drawing/2014/main" id="{B609AE21-E286-01D5-4725-3E44DD7D643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8774" y="3533451"/>
            <a:ext cx="2702453" cy="844516"/>
          </a:xfrm>
          <a:prstGeom prst="rect">
            <a:avLst/>
          </a:prstGeom>
        </p:spPr>
      </p:pic>
      <p:pic>
        <p:nvPicPr>
          <p:cNvPr id="14" name="Picture 13" descr="A blue and white logo&#10;&#10;AI-generated content may be incorrect.">
            <a:extLst>
              <a:ext uri="{FF2B5EF4-FFF2-40B4-BE49-F238E27FC236}">
                <a16:creationId xmlns:a16="http://schemas.microsoft.com/office/drawing/2014/main" id="{4A56C542-8665-B981-0C96-96C0CC3AA879}"/>
              </a:ext>
            </a:extLst>
          </p:cNvPr>
          <p:cNvPicPr>
            <a:picLocks noChangeAspect="1"/>
          </p:cNvPicPr>
          <p:nvPr/>
        </p:nvPicPr>
        <p:blipFill>
          <a:blip r:embed="rId8" cstate="print">
            <a:extLst>
              <a:ext uri="{28A0092B-C50C-407E-A947-70E740481C1C}">
                <a14:useLocalDpi xmlns:a14="http://schemas.microsoft.com/office/drawing/2010/main" val="0"/>
              </a:ext>
            </a:extLst>
          </a:blip>
          <a:srcRect t="22780" b="26776"/>
          <a:stretch>
            <a:fillRect/>
          </a:stretch>
        </p:blipFill>
        <p:spPr>
          <a:xfrm>
            <a:off x="3635908" y="3370565"/>
            <a:ext cx="4124320" cy="1211433"/>
          </a:xfrm>
          <a:prstGeom prst="rect">
            <a:avLst/>
          </a:prstGeom>
        </p:spPr>
      </p:pic>
      <p:pic>
        <p:nvPicPr>
          <p:cNvPr id="15" name="Picture 14" descr="A purple logo with a black background&#10;&#10;AI-generated content may be incorrect.">
            <a:extLst>
              <a:ext uri="{FF2B5EF4-FFF2-40B4-BE49-F238E27FC236}">
                <a16:creationId xmlns:a16="http://schemas.microsoft.com/office/drawing/2014/main" id="{75AB1E10-4F74-ECC3-74A0-EBEDDFB6276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983405" y="1713838"/>
            <a:ext cx="1770559" cy="1770559"/>
          </a:xfrm>
          <a:prstGeom prst="rect">
            <a:avLst/>
          </a:prstGeom>
        </p:spPr>
      </p:pic>
      <p:pic>
        <p:nvPicPr>
          <p:cNvPr id="17" name="Picture 16">
            <a:extLst>
              <a:ext uri="{FF2B5EF4-FFF2-40B4-BE49-F238E27FC236}">
                <a16:creationId xmlns:a16="http://schemas.microsoft.com/office/drawing/2014/main" id="{86263A68-DA6D-C4A8-4EE2-1164DF1A036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21378" y="5074296"/>
            <a:ext cx="4051848" cy="403169"/>
          </a:xfrm>
          <a:prstGeom prst="rect">
            <a:avLst/>
          </a:prstGeom>
        </p:spPr>
      </p:pic>
      <p:pic>
        <p:nvPicPr>
          <p:cNvPr id="19" name="Picture 18" descr="A blue letter on a black background&#10;&#10;AI-generated content may be incorrect.">
            <a:extLst>
              <a:ext uri="{FF2B5EF4-FFF2-40B4-BE49-F238E27FC236}">
                <a16:creationId xmlns:a16="http://schemas.microsoft.com/office/drawing/2014/main" id="{3BC7EE10-A1F6-8D72-18E5-B48D789E876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571444" y="2211542"/>
            <a:ext cx="3448960" cy="735778"/>
          </a:xfrm>
          <a:prstGeom prst="rect">
            <a:avLst/>
          </a:prstGeom>
        </p:spPr>
      </p:pic>
      <p:pic>
        <p:nvPicPr>
          <p:cNvPr id="11" name="Picture 10">
            <a:extLst>
              <a:ext uri="{FF2B5EF4-FFF2-40B4-BE49-F238E27FC236}">
                <a16:creationId xmlns:a16="http://schemas.microsoft.com/office/drawing/2014/main" id="{D605537C-DC10-F71B-D64B-A187C9ABB99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570623" y="4893128"/>
            <a:ext cx="2366682" cy="1028116"/>
          </a:xfrm>
          <a:prstGeom prst="rect">
            <a:avLst/>
          </a:prstGeom>
        </p:spPr>
      </p:pic>
    </p:spTree>
    <p:extLst>
      <p:ext uri="{BB962C8B-B14F-4D97-AF65-F5344CB8AC3E}">
        <p14:creationId xmlns:p14="http://schemas.microsoft.com/office/powerpoint/2010/main" val="335113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83DF29F8-CED5-788B-8CF0-D52289BCE6C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p:pic>
      <p:sp>
        <p:nvSpPr>
          <p:cNvPr id="3" name="Slide Number Placeholder 2">
            <a:extLst>
              <a:ext uri="{FF2B5EF4-FFF2-40B4-BE49-F238E27FC236}">
                <a16:creationId xmlns:a16="http://schemas.microsoft.com/office/drawing/2014/main" id="{6A15F14F-2D7F-6360-102D-272AA8A1AB24}"/>
              </a:ext>
            </a:extLst>
          </p:cNvPr>
          <p:cNvSpPr>
            <a:spLocks noGrp="1"/>
          </p:cNvSpPr>
          <p:nvPr>
            <p:ph type="sldNum" sz="quarter" idx="13"/>
          </p:nvPr>
        </p:nvSpPr>
        <p:spPr/>
        <p:txBody>
          <a:bodyPr/>
          <a:lstStyle/>
          <a:p>
            <a:fld id="{FCA239EA-F1FD-4C8D-8363-19B4042F821C}" type="slidenum">
              <a:rPr lang="en-US" smtClean="0"/>
              <a:pPr/>
              <a:t>3</a:t>
            </a:fld>
            <a:endParaRPr lang="en-US"/>
          </a:p>
        </p:txBody>
      </p:sp>
      <p:sp>
        <p:nvSpPr>
          <p:cNvPr id="6" name="TextBox 5">
            <a:extLst>
              <a:ext uri="{FF2B5EF4-FFF2-40B4-BE49-F238E27FC236}">
                <a16:creationId xmlns:a16="http://schemas.microsoft.com/office/drawing/2014/main" id="{B7C7C684-994B-F3E3-89B3-8EE58E00B276}"/>
              </a:ext>
            </a:extLst>
          </p:cNvPr>
          <p:cNvSpPr txBox="1"/>
          <p:nvPr/>
        </p:nvSpPr>
        <p:spPr>
          <a:xfrm>
            <a:off x="3731556" y="3920072"/>
            <a:ext cx="4728888" cy="523220"/>
          </a:xfrm>
          <a:prstGeom prst="rect">
            <a:avLst/>
          </a:prstGeom>
          <a:noFill/>
        </p:spPr>
        <p:txBody>
          <a:bodyPr wrap="square" rtlCol="0">
            <a:spAutoFit/>
          </a:bodyPr>
          <a:lstStyle/>
          <a:p>
            <a:pPr algn="ctr"/>
            <a:r>
              <a:rPr lang="en-US" sz="2800">
                <a:solidFill>
                  <a:schemeClr val="accent1"/>
                </a:solidFill>
                <a:latin typeface="+mj-lt"/>
              </a:rPr>
              <a:t>Ian</a:t>
            </a:r>
            <a:r>
              <a:rPr lang="en-US" sz="2800">
                <a:latin typeface="+mj-lt"/>
              </a:rPr>
              <a:t> </a:t>
            </a:r>
            <a:r>
              <a:rPr lang="en-US" sz="2800">
                <a:solidFill>
                  <a:schemeClr val="accent2"/>
                </a:solidFill>
                <a:latin typeface="+mj-lt"/>
              </a:rPr>
              <a:t>Tweedie</a:t>
            </a:r>
          </a:p>
        </p:txBody>
      </p:sp>
      <p:grpSp>
        <p:nvGrpSpPr>
          <p:cNvPr id="9" name="Group 8">
            <a:extLst>
              <a:ext uri="{FF2B5EF4-FFF2-40B4-BE49-F238E27FC236}">
                <a16:creationId xmlns:a16="http://schemas.microsoft.com/office/drawing/2014/main" id="{37D6726C-6B30-0445-575F-D2902350A364}"/>
              </a:ext>
            </a:extLst>
          </p:cNvPr>
          <p:cNvGrpSpPr/>
          <p:nvPr/>
        </p:nvGrpSpPr>
        <p:grpSpPr>
          <a:xfrm>
            <a:off x="3883956" y="4673117"/>
            <a:ext cx="4728888" cy="276999"/>
            <a:chOff x="3727248" y="4251397"/>
            <a:chExt cx="4728888" cy="276999"/>
          </a:xfrm>
        </p:grpSpPr>
        <p:sp>
          <p:nvSpPr>
            <p:cNvPr id="10" name="TextBox 9">
              <a:extLst>
                <a:ext uri="{FF2B5EF4-FFF2-40B4-BE49-F238E27FC236}">
                  <a16:creationId xmlns:a16="http://schemas.microsoft.com/office/drawing/2014/main" id="{63831753-BB40-9EA5-A9EF-2EB3049F484B}"/>
                </a:ext>
              </a:extLst>
            </p:cNvPr>
            <p:cNvSpPr txBox="1"/>
            <p:nvPr/>
          </p:nvSpPr>
          <p:spPr>
            <a:xfrm>
              <a:off x="3727248" y="4251397"/>
              <a:ext cx="4728888" cy="276999"/>
            </a:xfrm>
            <a:prstGeom prst="rect">
              <a:avLst/>
            </a:prstGeom>
            <a:noFill/>
          </p:spPr>
          <p:txBody>
            <a:bodyPr wrap="square" rtlCol="0">
              <a:spAutoFit/>
            </a:bodyPr>
            <a:lstStyle/>
            <a:p>
              <a:pPr algn="ctr"/>
              <a:r>
                <a:rPr lang="en-US" sz="1200">
                  <a:solidFill>
                    <a:schemeClr val="bg1">
                      <a:lumMod val="50000"/>
                    </a:schemeClr>
                  </a:solidFill>
                </a:rPr>
                <a:t>Senior Technical Consultant</a:t>
              </a:r>
            </a:p>
          </p:txBody>
        </p:sp>
        <p:cxnSp>
          <p:nvCxnSpPr>
            <p:cNvPr id="11" name="Straight Connector 10">
              <a:extLst>
                <a:ext uri="{FF2B5EF4-FFF2-40B4-BE49-F238E27FC236}">
                  <a16:creationId xmlns:a16="http://schemas.microsoft.com/office/drawing/2014/main" id="{CAD0E4A8-75F0-2E2D-1180-CCC90E1ED75C}"/>
                </a:ext>
              </a:extLst>
            </p:cNvPr>
            <p:cNvCxnSpPr/>
            <p:nvPr/>
          </p:nvCxnSpPr>
          <p:spPr>
            <a:xfrm flipH="1">
              <a:off x="4268824" y="4389896"/>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F5CF6D-7D38-7469-097C-7E884586BCC0}"/>
                </a:ext>
              </a:extLst>
            </p:cNvPr>
            <p:cNvCxnSpPr/>
            <p:nvPr/>
          </p:nvCxnSpPr>
          <p:spPr>
            <a:xfrm flipH="1">
              <a:off x="7534025" y="4389896"/>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77D53246-7460-84B3-1F54-7F1187A26EB0}"/>
              </a:ext>
            </a:extLst>
          </p:cNvPr>
          <p:cNvSpPr txBox="1"/>
          <p:nvPr/>
        </p:nvSpPr>
        <p:spPr>
          <a:xfrm>
            <a:off x="443928" y="4898187"/>
            <a:ext cx="11551913" cy="1200329"/>
          </a:xfrm>
          <a:prstGeom prst="rect">
            <a:avLst/>
          </a:prstGeom>
          <a:noFill/>
        </p:spPr>
        <p:txBody>
          <a:bodyPr wrap="square" lIns="91440" tIns="45720" rIns="91440" bIns="45720" rtlCol="0" anchor="t">
            <a:spAutoFit/>
          </a:bodyPr>
          <a:lstStyle/>
          <a:p>
            <a:pPr algn="ctr"/>
            <a:r>
              <a:rPr lang="en-GB" b="0" i="0">
                <a:effectLst/>
                <a:latin typeface="system-ui"/>
              </a:rPr>
              <a:t>Ian is an experienced senior technical consultant at Capgemini, specializing in the Power Platform and related technologies. He has developed several tools for the Power Platform, including Documentation Extensions for Azure DevOps and two Certified Power Automate Connectors. In total, he has created six tools that currently receive around 500,000 hits each month.</a:t>
            </a:r>
            <a:endParaRPr lang="en-US">
              <a:solidFill>
                <a:srgbClr val="242424"/>
              </a:solidFill>
              <a:highlight>
                <a:srgbClr val="FFFF00"/>
              </a:highlight>
              <a:latin typeface="Calibri"/>
              <a:cs typeface="Calibri"/>
            </a:endParaRPr>
          </a:p>
        </p:txBody>
      </p:sp>
      <p:sp>
        <p:nvSpPr>
          <p:cNvPr id="15" name="TextBox 14">
            <a:extLst>
              <a:ext uri="{FF2B5EF4-FFF2-40B4-BE49-F238E27FC236}">
                <a16:creationId xmlns:a16="http://schemas.microsoft.com/office/drawing/2014/main" id="{2D6AB0AD-B14C-5D2C-B13A-5C7BC8859EA4}"/>
              </a:ext>
            </a:extLst>
          </p:cNvPr>
          <p:cNvSpPr txBox="1"/>
          <p:nvPr/>
        </p:nvSpPr>
        <p:spPr>
          <a:xfrm>
            <a:off x="3044825" y="6250486"/>
            <a:ext cx="6102350" cy="369332"/>
          </a:xfrm>
          <a:prstGeom prst="rect">
            <a:avLst/>
          </a:prstGeom>
          <a:noFill/>
        </p:spPr>
        <p:txBody>
          <a:bodyPr wrap="square">
            <a:spAutoFit/>
          </a:bodyPr>
          <a:lstStyle/>
          <a:p>
            <a:pPr algn="ctr"/>
            <a:r>
              <a:rPr lang="en-GB" b="1"/>
              <a:t>https://iantweedie.biz</a:t>
            </a:r>
          </a:p>
        </p:txBody>
      </p:sp>
      <p:pic>
        <p:nvPicPr>
          <p:cNvPr id="4" name="Picture 3">
            <a:extLst>
              <a:ext uri="{FF2B5EF4-FFF2-40B4-BE49-F238E27FC236}">
                <a16:creationId xmlns:a16="http://schemas.microsoft.com/office/drawing/2014/main" id="{5EE368C6-B76F-5A0A-FF1C-6EE5FFDAA0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30540" y="2565877"/>
            <a:ext cx="2136045" cy="2122539"/>
          </a:xfrm>
          <a:prstGeom prst="rect">
            <a:avLst/>
          </a:prstGeom>
        </p:spPr>
      </p:pic>
      <p:pic>
        <p:nvPicPr>
          <p:cNvPr id="2" name="id-5EEB3099-80D3-4725-9FD5-ECF39CC5A1DD">
            <a:extLst>
              <a:ext uri="{FF2B5EF4-FFF2-40B4-BE49-F238E27FC236}">
                <a16:creationId xmlns:a16="http://schemas.microsoft.com/office/drawing/2014/main" id="{78BC1B4A-91C5-9600-AB03-6356F505062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58819">
            <a:off x="11234724" y="1420387"/>
            <a:ext cx="692016" cy="3008530"/>
          </a:xfrm>
          <a:prstGeom prst="rect">
            <a:avLst/>
          </a:prstGeom>
          <a:noFill/>
          <a:ln>
            <a:noFill/>
          </a:ln>
        </p:spPr>
      </p:pic>
      <p:pic>
        <p:nvPicPr>
          <p:cNvPr id="20" name="Picture 19">
            <a:extLst>
              <a:ext uri="{FF2B5EF4-FFF2-40B4-BE49-F238E27FC236}">
                <a16:creationId xmlns:a16="http://schemas.microsoft.com/office/drawing/2014/main" id="{896109CD-38A7-1587-7544-7F405976CDEC}"/>
              </a:ext>
            </a:extLst>
          </p:cNvPr>
          <p:cNvPicPr>
            <a:picLocks noChangeAspect="1"/>
          </p:cNvPicPr>
          <p:nvPr/>
        </p:nvPicPr>
        <p:blipFill>
          <a:blip r:embed="rId5"/>
          <a:srcRect b="28939"/>
          <a:stretch>
            <a:fillRect/>
          </a:stretch>
        </p:blipFill>
        <p:spPr>
          <a:xfrm>
            <a:off x="8215895" y="3489144"/>
            <a:ext cx="2387045" cy="954148"/>
          </a:xfrm>
          <a:prstGeom prst="rect">
            <a:avLst/>
          </a:prstGeom>
        </p:spPr>
      </p:pic>
    </p:spTree>
    <p:extLst>
      <p:ext uri="{BB962C8B-B14F-4D97-AF65-F5344CB8AC3E}">
        <p14:creationId xmlns:p14="http://schemas.microsoft.com/office/powerpoint/2010/main" val="3013059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02681" y="2282835"/>
            <a:ext cx="5221944" cy="1692771"/>
            <a:chOff x="538776" y="2222677"/>
            <a:chExt cx="5221944" cy="1692771"/>
          </a:xfrm>
        </p:grpSpPr>
        <p:sp>
          <p:nvSpPr>
            <p:cNvPr id="3" name="TextBox 2"/>
            <p:cNvSpPr txBox="1"/>
            <p:nvPr/>
          </p:nvSpPr>
          <p:spPr>
            <a:xfrm>
              <a:off x="538776" y="2222677"/>
              <a:ext cx="4728888" cy="769441"/>
            </a:xfrm>
            <a:prstGeom prst="rect">
              <a:avLst/>
            </a:prstGeom>
            <a:noFill/>
          </p:spPr>
          <p:txBody>
            <a:bodyPr wrap="square" rtlCol="0">
              <a:spAutoFit/>
            </a:bodyPr>
            <a:lstStyle/>
            <a:p>
              <a:r>
                <a:rPr lang="en-US" sz="4400" dirty="0">
                  <a:solidFill>
                    <a:schemeClr val="bg1"/>
                  </a:solidFill>
                  <a:latin typeface="+mj-lt"/>
                </a:rPr>
                <a:t>SECTION SLIDE</a:t>
              </a:r>
            </a:p>
          </p:txBody>
        </p:sp>
        <p:sp>
          <p:nvSpPr>
            <p:cNvPr id="4" name="TextBox 3"/>
            <p:cNvSpPr txBox="1"/>
            <p:nvPr/>
          </p:nvSpPr>
          <p:spPr>
            <a:xfrm>
              <a:off x="538776" y="2992118"/>
              <a:ext cx="5221944" cy="923330"/>
            </a:xfrm>
            <a:prstGeom prst="rect">
              <a:avLst/>
            </a:prstGeom>
            <a:noFill/>
          </p:spPr>
          <p:txBody>
            <a:bodyPr wrap="square" rtlCol="0">
              <a:spAutoFit/>
            </a:bodyPr>
            <a:lstStyle/>
            <a:p>
              <a:r>
                <a:rPr lang="en-US" dirty="0">
                  <a:solidFill>
                    <a:schemeClr val="bg1"/>
                  </a:solidFill>
                </a:rPr>
                <a:t>Lorem Ipsum is dummy text of the printing and typesetting industry. Lorem Ipsum has been the industry's standard dummy text since the 1500s.</a:t>
              </a:r>
            </a:p>
          </p:txBody>
        </p:sp>
      </p:grpSp>
    </p:spTree>
    <p:extLst>
      <p:ext uri="{BB962C8B-B14F-4D97-AF65-F5344CB8AC3E}">
        <p14:creationId xmlns:p14="http://schemas.microsoft.com/office/powerpoint/2010/main" val="2586529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279BD-85C7-F1CB-3605-F10918D93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A4414-6ED8-62AA-5C6C-ADB8EFE9BA13}"/>
              </a:ext>
            </a:extLst>
          </p:cNvPr>
          <p:cNvSpPr>
            <a:spLocks noGrp="1"/>
          </p:cNvSpPr>
          <p:nvPr>
            <p:ph type="title"/>
          </p:nvPr>
        </p:nvSpPr>
        <p:spPr/>
        <p:txBody>
          <a:bodyPr/>
          <a:lstStyle/>
          <a:p>
            <a:r>
              <a:rPr lang="en-GB" dirty="0"/>
              <a:t>QR Codes</a:t>
            </a:r>
          </a:p>
        </p:txBody>
      </p:sp>
      <p:sp>
        <p:nvSpPr>
          <p:cNvPr id="4" name="Slide Number Placeholder 3">
            <a:extLst>
              <a:ext uri="{FF2B5EF4-FFF2-40B4-BE49-F238E27FC236}">
                <a16:creationId xmlns:a16="http://schemas.microsoft.com/office/drawing/2014/main" id="{547C2F16-7B18-EF50-A5AF-7B5D54159BA7}"/>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6" name="Picture 5" descr="Qr code&#10;&#10;Description automatically generated">
            <a:extLst>
              <a:ext uri="{FF2B5EF4-FFF2-40B4-BE49-F238E27FC236}">
                <a16:creationId xmlns:a16="http://schemas.microsoft.com/office/drawing/2014/main" id="{6D6812BD-EC7F-0BB8-D155-14348D2164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9441" y="1386443"/>
            <a:ext cx="3565501" cy="3565501"/>
          </a:xfrm>
          <a:prstGeom prst="rect">
            <a:avLst/>
          </a:prstGeom>
        </p:spPr>
      </p:pic>
      <p:sp>
        <p:nvSpPr>
          <p:cNvPr id="7" name="TextBox 6">
            <a:extLst>
              <a:ext uri="{FF2B5EF4-FFF2-40B4-BE49-F238E27FC236}">
                <a16:creationId xmlns:a16="http://schemas.microsoft.com/office/drawing/2014/main" id="{F0BB88F7-BC74-297A-3280-99B66415A453}"/>
              </a:ext>
            </a:extLst>
          </p:cNvPr>
          <p:cNvSpPr txBox="1"/>
          <p:nvPr/>
        </p:nvSpPr>
        <p:spPr>
          <a:xfrm>
            <a:off x="1329440" y="4871840"/>
            <a:ext cx="344575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Segoe UI"/>
                <a:ea typeface="+mn-ea"/>
                <a:cs typeface="+mn-cs"/>
              </a:rPr>
              <a:t>Feedback Form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https://www.d365ppug.com/uk/feedback</a:t>
            </a:r>
          </a:p>
        </p:txBody>
      </p:sp>
      <p:pic>
        <p:nvPicPr>
          <p:cNvPr id="8" name="Picture 7">
            <a:extLst>
              <a:ext uri="{FF2B5EF4-FFF2-40B4-BE49-F238E27FC236}">
                <a16:creationId xmlns:a16="http://schemas.microsoft.com/office/drawing/2014/main" id="{7F2E7EF3-D3C6-3F52-4629-0C15D812D6E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297058" y="1306339"/>
            <a:ext cx="3565501" cy="3565501"/>
          </a:xfrm>
          <a:prstGeom prst="rect">
            <a:avLst/>
          </a:prstGeom>
        </p:spPr>
      </p:pic>
      <p:sp>
        <p:nvSpPr>
          <p:cNvPr id="9" name="TextBox 8">
            <a:extLst>
              <a:ext uri="{FF2B5EF4-FFF2-40B4-BE49-F238E27FC236}">
                <a16:creationId xmlns:a16="http://schemas.microsoft.com/office/drawing/2014/main" id="{36CC9A91-3300-4DB7-B2F5-619CC6B2EE4A}"/>
              </a:ext>
            </a:extLst>
          </p:cNvPr>
          <p:cNvSpPr txBox="1"/>
          <p:nvPr/>
        </p:nvSpPr>
        <p:spPr>
          <a:xfrm>
            <a:off x="7297057" y="4791736"/>
            <a:ext cx="3445759" cy="181588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Segoe UI"/>
                <a:ea typeface="+mn-ea"/>
                <a:cs typeface="+mn-cs"/>
              </a:rPr>
              <a:t>Agenda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https://www.d365ppug.com/uk/schedule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261750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2">
            <a:extLst>
              <a:ext uri="{FF2B5EF4-FFF2-40B4-BE49-F238E27FC236}">
                <a16:creationId xmlns:a16="http://schemas.microsoft.com/office/drawing/2014/main" id="{D4844725-A106-BEC6-9F2E-B909512D835C}"/>
              </a:ext>
            </a:extLst>
          </p:cNvPr>
          <p:cNvSpPr txBox="1">
            <a:spLocks/>
          </p:cNvSpPr>
          <p:nvPr/>
        </p:nvSpPr>
        <p:spPr>
          <a:xfrm>
            <a:off x="713966" y="3432197"/>
            <a:ext cx="4973912" cy="1325563"/>
          </a:xfrm>
          <a:prstGeom prst="rect">
            <a:avLst/>
          </a:prstGeom>
        </p:spPr>
        <p:txBody>
          <a:bodyPr>
            <a:normAutofit fontScale="90000"/>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sz="4400" b="1">
                <a:latin typeface="Segoe UI Semibold" panose="020B0502040204020203" pitchFamily="34" charset="0"/>
                <a:cs typeface="Segoe UI Semibold" panose="020B0502040204020203" pitchFamily="34" charset="0"/>
              </a:rPr>
              <a:t>WELCOME TO YOUR USER GROUP</a:t>
            </a:r>
            <a:endParaRPr lang="en-US" sz="4400" b="1" dirty="0">
              <a:latin typeface="Segoe UI Semibold" panose="020B0502040204020203" pitchFamily="34" charset="0"/>
              <a:cs typeface="Segoe UI Semibold" panose="020B0502040204020203" pitchFamily="34" charset="0"/>
            </a:endParaRPr>
          </a:p>
        </p:txBody>
      </p:sp>
      <p:grpSp>
        <p:nvGrpSpPr>
          <p:cNvPr id="19" name="Group 18">
            <a:extLst>
              <a:ext uri="{FF2B5EF4-FFF2-40B4-BE49-F238E27FC236}">
                <a16:creationId xmlns:a16="http://schemas.microsoft.com/office/drawing/2014/main" id="{0797787E-30D8-858F-7C3C-6C8C761246F0}"/>
              </a:ext>
            </a:extLst>
          </p:cNvPr>
          <p:cNvGrpSpPr/>
          <p:nvPr/>
        </p:nvGrpSpPr>
        <p:grpSpPr>
          <a:xfrm>
            <a:off x="298028" y="1607732"/>
            <a:ext cx="4489872" cy="1616354"/>
            <a:chOff x="0" y="1234440"/>
            <a:chExt cx="12192000" cy="4389120"/>
          </a:xfrm>
        </p:grpSpPr>
        <p:pic>
          <p:nvPicPr>
            <p:cNvPr id="20" name="Picture 19" descr="A black and white logo&#10;&#10;AI-generated content may be incorrect.">
              <a:extLst>
                <a:ext uri="{FF2B5EF4-FFF2-40B4-BE49-F238E27FC236}">
                  <a16:creationId xmlns:a16="http://schemas.microsoft.com/office/drawing/2014/main" id="{9E888C7E-7122-C4AA-F705-104D50C98E76}"/>
                </a:ext>
              </a:extLst>
            </p:cNvPr>
            <p:cNvPicPr>
              <a:picLocks noChangeAspect="1"/>
            </p:cNvPicPr>
            <p:nvPr/>
          </p:nvPicPr>
          <p:blipFill>
            <a:blip r:embed="rId2" cstate="print">
              <a:extLst>
                <a:ext uri="{28A0092B-C50C-407E-A947-70E740481C1C}">
                  <a14:useLocalDpi xmlns:a14="http://schemas.microsoft.com/office/drawing/2010/main" val="0"/>
                </a:ext>
              </a:extLst>
            </a:blip>
            <a:srcRect l="36459"/>
            <a:stretch/>
          </p:blipFill>
          <p:spPr>
            <a:xfrm>
              <a:off x="4445000" y="1234440"/>
              <a:ext cx="7747000" cy="4389120"/>
            </a:xfrm>
            <a:prstGeom prst="rect">
              <a:avLst/>
            </a:prstGeom>
          </p:spPr>
        </p:pic>
        <p:pic>
          <p:nvPicPr>
            <p:cNvPr id="21" name="Picture 20" descr="A black background with text&#10;&#10;AI-generated content may be incorrect.">
              <a:extLst>
                <a:ext uri="{FF2B5EF4-FFF2-40B4-BE49-F238E27FC236}">
                  <a16:creationId xmlns:a16="http://schemas.microsoft.com/office/drawing/2014/main" id="{903CA716-A5A6-36AF-591E-08C3CEE04057}"/>
                </a:ext>
              </a:extLst>
            </p:cNvPr>
            <p:cNvPicPr>
              <a:picLocks noChangeAspect="1"/>
            </p:cNvPicPr>
            <p:nvPr/>
          </p:nvPicPr>
          <p:blipFill>
            <a:blip r:embed="rId3" cstate="print">
              <a:extLst>
                <a:ext uri="{28A0092B-C50C-407E-A947-70E740481C1C}">
                  <a14:useLocalDpi xmlns:a14="http://schemas.microsoft.com/office/drawing/2010/main" val="0"/>
                </a:ext>
              </a:extLst>
            </a:blip>
            <a:srcRect r="63542"/>
            <a:stretch/>
          </p:blipFill>
          <p:spPr>
            <a:xfrm>
              <a:off x="0" y="1234440"/>
              <a:ext cx="4445000" cy="4389120"/>
            </a:xfrm>
            <a:prstGeom prst="rect">
              <a:avLst/>
            </a:prstGeom>
          </p:spPr>
        </p:pic>
      </p:grpSp>
      <p:sp>
        <p:nvSpPr>
          <p:cNvPr id="22" name="Text Placeholder 3">
            <a:extLst>
              <a:ext uri="{FF2B5EF4-FFF2-40B4-BE49-F238E27FC236}">
                <a16:creationId xmlns:a16="http://schemas.microsoft.com/office/drawing/2014/main" id="{AB02CD91-E014-7483-525E-E94625F16061}"/>
              </a:ext>
            </a:extLst>
          </p:cNvPr>
          <p:cNvSpPr txBox="1">
            <a:spLocks/>
          </p:cNvSpPr>
          <p:nvPr/>
        </p:nvSpPr>
        <p:spPr>
          <a:xfrm>
            <a:off x="713966" y="4757760"/>
            <a:ext cx="4798560" cy="7300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Lorem Ipsum is simply dummy text of the printing and typesetting industry. Lorem Ipsum has been the industry's standard dummy text ever since the 1500s</a:t>
            </a:r>
          </a:p>
        </p:txBody>
      </p:sp>
      <p:cxnSp>
        <p:nvCxnSpPr>
          <p:cNvPr id="23" name="Straight Connector 22">
            <a:extLst>
              <a:ext uri="{FF2B5EF4-FFF2-40B4-BE49-F238E27FC236}">
                <a16:creationId xmlns:a16="http://schemas.microsoft.com/office/drawing/2014/main" id="{CAA43E53-593F-2328-2F4A-69765E55F1ED}"/>
              </a:ext>
            </a:extLst>
          </p:cNvPr>
          <p:cNvCxnSpPr/>
          <p:nvPr/>
        </p:nvCxnSpPr>
        <p:spPr>
          <a:xfrm>
            <a:off x="810308" y="5695950"/>
            <a:ext cx="1959562" cy="0"/>
          </a:xfrm>
          <a:prstGeom prst="line">
            <a:avLst/>
          </a:prstGeom>
          <a:ln>
            <a:solidFill>
              <a:srgbClr val="F4BF33"/>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C7733FC-650D-C530-D6E8-6212B3C4F91B}"/>
              </a:ext>
            </a:extLst>
          </p:cNvPr>
          <p:cNvSpPr txBox="1"/>
          <p:nvPr/>
        </p:nvSpPr>
        <p:spPr>
          <a:xfrm>
            <a:off x="713966" y="5760720"/>
            <a:ext cx="4728888" cy="307777"/>
          </a:xfrm>
          <a:prstGeom prst="rect">
            <a:avLst/>
          </a:prstGeom>
          <a:noFill/>
        </p:spPr>
        <p:txBody>
          <a:bodyPr wrap="square" rtlCol="0">
            <a:spAutoFit/>
          </a:bodyPr>
          <a:lstStyle/>
          <a:p>
            <a:r>
              <a:rPr lang="en-US" sz="1400" dirty="0">
                <a:solidFill>
                  <a:schemeClr val="bg1"/>
                </a:solidFill>
              </a:rPr>
              <a:t>Presented by | Your Name here</a:t>
            </a:r>
          </a:p>
        </p:txBody>
      </p:sp>
      <p:pic>
        <p:nvPicPr>
          <p:cNvPr id="25" name="Picture Placeholder 7">
            <a:extLst>
              <a:ext uri="{FF2B5EF4-FFF2-40B4-BE49-F238E27FC236}">
                <a16:creationId xmlns:a16="http://schemas.microsoft.com/office/drawing/2014/main" id="{486876A2-513F-E7C6-C187-48C5CFC88477}"/>
              </a:ext>
            </a:extLst>
          </p:cNvPr>
          <p:cNvPicPr>
            <a:picLocks noChangeAspect="1"/>
          </p:cNvPicPr>
          <p:nvPr/>
        </p:nvPicPr>
        <p:blipFill>
          <a:blip r:embed="rId4">
            <a:alphaModFix amt="75000"/>
            <a:extLst>
              <a:ext uri="{28A0092B-C50C-407E-A947-70E740481C1C}">
                <a14:useLocalDpi xmlns:a14="http://schemas.microsoft.com/office/drawing/2010/main"/>
              </a:ext>
            </a:extLst>
          </a:blip>
          <a:srcRect/>
          <a:stretch>
            <a:fillRect/>
          </a:stretch>
        </p:blipFill>
        <p:spPr>
          <a:xfrm>
            <a:off x="5891514" y="2"/>
            <a:ext cx="6300484" cy="5413385"/>
          </a:xfrm>
          <a:custGeom>
            <a:avLst/>
            <a:gdLst>
              <a:gd name="connsiteX0" fmla="*/ 1031106 w 7021572"/>
              <a:gd name="connsiteY0" fmla="*/ 0 h 6032945"/>
              <a:gd name="connsiteX1" fmla="*/ 7021572 w 7021572"/>
              <a:gd name="connsiteY1" fmla="*/ 0 h 6032945"/>
              <a:gd name="connsiteX2" fmla="*/ 7021572 w 7021572"/>
              <a:gd name="connsiteY2" fmla="*/ 5484686 h 6032945"/>
              <a:gd name="connsiteX3" fmla="*/ 1424105 w 7021572"/>
              <a:gd name="connsiteY3" fmla="*/ 5408650 h 6032945"/>
              <a:gd name="connsiteX4" fmla="*/ 1031106 w 7021572"/>
              <a:gd name="connsiteY4" fmla="*/ 0 h 6032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1572" h="6032945">
                <a:moveTo>
                  <a:pt x="1031106" y="0"/>
                </a:moveTo>
                <a:lnTo>
                  <a:pt x="7021572" y="0"/>
                </a:lnTo>
                <a:lnTo>
                  <a:pt x="7021572" y="5484686"/>
                </a:lnTo>
                <a:cubicBezTo>
                  <a:pt x="5289184" y="3670410"/>
                  <a:pt x="3608694" y="7451030"/>
                  <a:pt x="1424105" y="5408650"/>
                </a:cubicBezTo>
                <a:cubicBezTo>
                  <a:pt x="-1042032" y="3103050"/>
                  <a:pt x="288061" y="1349236"/>
                  <a:pt x="1031106" y="0"/>
                </a:cubicBezTo>
                <a:close/>
              </a:path>
            </a:pathLst>
          </a:custGeom>
        </p:spPr>
      </p:pic>
    </p:spTree>
    <p:extLst>
      <p:ext uri="{BB962C8B-B14F-4D97-AF65-F5344CB8AC3E}">
        <p14:creationId xmlns:p14="http://schemas.microsoft.com/office/powerpoint/2010/main" val="1219370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a:xfrm>
            <a:off x="11608943" y="6435152"/>
            <a:ext cx="527558" cy="365125"/>
          </a:xfrm>
        </p:spPr>
        <p:txBody>
          <a:bodyPr/>
          <a:lstStyle/>
          <a:p>
            <a:fld id="{FCA239EA-F1FD-4C8D-8363-19B4042F821C}" type="slidenum">
              <a:rPr lang="en-US" smtClean="0">
                <a:latin typeface="+mn-lt"/>
              </a:rPr>
              <a:pPr/>
              <a:t>7</a:t>
            </a:fld>
            <a:endParaRPr lang="en-US" dirty="0">
              <a:latin typeface="+mn-lt"/>
            </a:endParaRPr>
          </a:p>
        </p:txBody>
      </p:sp>
      <p:sp>
        <p:nvSpPr>
          <p:cNvPr id="3" name="Title 2"/>
          <p:cNvSpPr>
            <a:spLocks noGrp="1"/>
          </p:cNvSpPr>
          <p:nvPr>
            <p:ph type="title"/>
          </p:nvPr>
        </p:nvSpPr>
        <p:spPr>
          <a:xfrm>
            <a:off x="854075" y="590104"/>
            <a:ext cx="7680325" cy="885218"/>
          </a:xfrm>
        </p:spPr>
        <p:txBody>
          <a:bodyPr>
            <a:normAutofit/>
          </a:bodyPr>
          <a:lstStyle/>
          <a:p>
            <a:pPr>
              <a:lnSpc>
                <a:spcPct val="100000"/>
              </a:lnSpc>
            </a:pPr>
            <a:r>
              <a:rPr lang="en-US" dirty="0">
                <a:solidFill>
                  <a:schemeClr val="accent1"/>
                </a:solidFill>
              </a:rPr>
              <a:t>TODAY’S</a:t>
            </a:r>
            <a:r>
              <a:rPr lang="en-US" dirty="0">
                <a:solidFill>
                  <a:srgbClr val="005EF8"/>
                </a:solidFill>
              </a:rPr>
              <a:t> </a:t>
            </a:r>
            <a:r>
              <a:rPr lang="en-US" dirty="0">
                <a:solidFill>
                  <a:schemeClr val="accent2"/>
                </a:solidFill>
              </a:rPr>
              <a:t>AGENDA</a:t>
            </a:r>
          </a:p>
        </p:txBody>
      </p:sp>
      <p:sp>
        <p:nvSpPr>
          <p:cNvPr id="4" name="Text Placeholder 3"/>
          <p:cNvSpPr>
            <a:spLocks noGrp="1"/>
          </p:cNvSpPr>
          <p:nvPr>
            <p:ph type="body" sz="quarter" idx="14"/>
          </p:nvPr>
        </p:nvSpPr>
        <p:spPr>
          <a:xfrm>
            <a:off x="954607" y="1899399"/>
            <a:ext cx="6670559" cy="3989953"/>
          </a:xfrm>
        </p:spPr>
        <p:txBody>
          <a:bodyPr>
            <a:normAutofit/>
          </a:bodyPr>
          <a:lstStyle/>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Introduction – My Why</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The advantage of working with Professional.</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The ABC’s of Graphic Designing</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Theme Options</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Template Vs. Full Presentation Design</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How to Avoid the designing mistakes</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Understanding Master slide</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How to Save on Presentation</a:t>
            </a:r>
          </a:p>
          <a:p>
            <a:pPr marL="342900" indent="-342900">
              <a:spcBef>
                <a:spcPts val="600"/>
              </a:spcBef>
              <a:spcAft>
                <a:spcPts val="600"/>
              </a:spcAft>
              <a:buSzPct val="100000"/>
            </a:pPr>
            <a:r>
              <a:rPr lang="en-US" sz="1800" dirty="0">
                <a:solidFill>
                  <a:schemeClr val="tx1">
                    <a:lumMod val="95000"/>
                    <a:lumOff val="5000"/>
                  </a:schemeClr>
                </a:solidFill>
                <a:ea typeface="Source Sans Pro" panose="020B0503030403020204" pitchFamily="34" charset="0"/>
              </a:rPr>
              <a:t>Avoid the Seven Mistakes during designing Presentation</a:t>
            </a:r>
          </a:p>
        </p:txBody>
      </p:sp>
      <p:cxnSp>
        <p:nvCxnSpPr>
          <p:cNvPr id="5" name="Straight Connector 4"/>
          <p:cNvCxnSpPr/>
          <p:nvPr/>
        </p:nvCxnSpPr>
        <p:spPr>
          <a:xfrm flipH="1">
            <a:off x="950997" y="1580055"/>
            <a:ext cx="449580"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4787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899843-9EF2-772C-7B5E-472CA3FBE5F9}"/>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Title 2">
            <a:extLst>
              <a:ext uri="{FF2B5EF4-FFF2-40B4-BE49-F238E27FC236}">
                <a16:creationId xmlns:a16="http://schemas.microsoft.com/office/drawing/2014/main" id="{61A4A17B-5B69-B112-3E2B-C494742D75A9}"/>
              </a:ext>
            </a:extLst>
          </p:cNvPr>
          <p:cNvSpPr txBox="1">
            <a:spLocks/>
          </p:cNvSpPr>
          <p:nvPr/>
        </p:nvSpPr>
        <p:spPr>
          <a:xfrm>
            <a:off x="854075" y="590104"/>
            <a:ext cx="7680325" cy="885218"/>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lang="en-US" sz="4000" b="1" kern="1200" spc="0" baseline="0" dirty="0">
                <a:solidFill>
                  <a:schemeClr val="bg1"/>
                </a:solidFill>
                <a:latin typeface="+mj-lt"/>
                <a:ea typeface="+mn-ea"/>
                <a:cs typeface="+mn-cs"/>
              </a:defRPr>
            </a:lvl1pPr>
          </a:lstStyle>
          <a:p>
            <a:pPr algn="l"/>
            <a:r>
              <a:rPr lang="en-GB" dirty="0">
                <a:solidFill>
                  <a:srgbClr val="F2C810"/>
                </a:solidFill>
              </a:rPr>
              <a:t>TODAY’S</a:t>
            </a:r>
            <a:r>
              <a:rPr lang="en-GB" dirty="0">
                <a:solidFill>
                  <a:srgbClr val="005EF8"/>
                </a:solidFill>
              </a:rPr>
              <a:t> </a:t>
            </a:r>
            <a:r>
              <a:rPr lang="en-GB" dirty="0"/>
              <a:t>AGENDA</a:t>
            </a:r>
          </a:p>
        </p:txBody>
      </p:sp>
      <p:sp>
        <p:nvSpPr>
          <p:cNvPr id="6" name="Text Placeholder 3">
            <a:extLst>
              <a:ext uri="{FF2B5EF4-FFF2-40B4-BE49-F238E27FC236}">
                <a16:creationId xmlns:a16="http://schemas.microsoft.com/office/drawing/2014/main" id="{D60B5CF3-9071-033B-924E-119972723E11}"/>
              </a:ext>
            </a:extLst>
          </p:cNvPr>
          <p:cNvSpPr txBox="1">
            <a:spLocks/>
          </p:cNvSpPr>
          <p:nvPr/>
        </p:nvSpPr>
        <p:spPr>
          <a:xfrm>
            <a:off x="954607" y="1899399"/>
            <a:ext cx="6670559" cy="398995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Introduction – My Why</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The advantage of working with Professional.</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The ABC’s of Graphic Designing</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Theme Options</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Template Vs. Full Presentation Design</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How to Avoid the designing mistakes</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Understanding Master slide</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How to Save on Presentation</a:t>
            </a:r>
          </a:p>
          <a:p>
            <a:pPr marL="342900" indent="-342900" algn="l">
              <a:spcBef>
                <a:spcPts val="600"/>
              </a:spcBef>
              <a:spcAft>
                <a:spcPts val="600"/>
              </a:spcAft>
              <a:buSzPct val="100000"/>
              <a:buFont typeface="+mj-lt"/>
              <a:buAutoNum type="arabicPeriod"/>
            </a:pPr>
            <a:r>
              <a:rPr lang="en-US" sz="1800" dirty="0">
                <a:ea typeface="Source Sans Pro" panose="020B0503030403020204" pitchFamily="34" charset="0"/>
              </a:rPr>
              <a:t>Avoid the Seven Mistakes during designing Presentation</a:t>
            </a:r>
          </a:p>
        </p:txBody>
      </p:sp>
      <p:cxnSp>
        <p:nvCxnSpPr>
          <p:cNvPr id="7" name="Straight Connector 6">
            <a:extLst>
              <a:ext uri="{FF2B5EF4-FFF2-40B4-BE49-F238E27FC236}">
                <a16:creationId xmlns:a16="http://schemas.microsoft.com/office/drawing/2014/main" id="{61D74C20-3ECF-96BF-FEF5-36DF6B87167E}"/>
              </a:ext>
            </a:extLst>
          </p:cNvPr>
          <p:cNvCxnSpPr/>
          <p:nvPr/>
        </p:nvCxnSpPr>
        <p:spPr>
          <a:xfrm flipH="1">
            <a:off x="950997" y="1580055"/>
            <a:ext cx="449580" cy="0"/>
          </a:xfrm>
          <a:prstGeom prst="line">
            <a:avLst/>
          </a:prstGeom>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35308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9AD87-50CB-E010-9AFD-62C58A450BA5}"/>
              </a:ext>
            </a:extLst>
          </p:cNvPr>
          <p:cNvSpPr>
            <a:spLocks noGrp="1"/>
          </p:cNvSpPr>
          <p:nvPr>
            <p:ph type="title"/>
          </p:nvPr>
        </p:nvSpPr>
        <p:spPr/>
        <p:txBody>
          <a:bodyPr/>
          <a:lstStyle/>
          <a:p>
            <a:r>
              <a:rPr lang="en-US" sz="3600" dirty="0"/>
              <a:t>THANK YOU TO </a:t>
            </a:r>
            <a:r>
              <a:rPr lang="en-US" sz="3600" dirty="0">
                <a:solidFill>
                  <a:srgbClr val="F2C810"/>
                </a:solidFill>
              </a:rPr>
              <a:t>OUR SPONSORS</a:t>
            </a:r>
            <a:endParaRPr lang="en-GB" dirty="0">
              <a:solidFill>
                <a:srgbClr val="F2C810"/>
              </a:solidFill>
            </a:endParaRPr>
          </a:p>
        </p:txBody>
      </p:sp>
      <p:sp>
        <p:nvSpPr>
          <p:cNvPr id="3" name="Text Placeholder 2">
            <a:extLst>
              <a:ext uri="{FF2B5EF4-FFF2-40B4-BE49-F238E27FC236}">
                <a16:creationId xmlns:a16="http://schemas.microsoft.com/office/drawing/2014/main" id="{4EA5AD5D-5C18-F786-9520-22366E4B2B84}"/>
              </a:ext>
            </a:extLst>
          </p:cNvPr>
          <p:cNvSpPr>
            <a:spLocks noGrp="1"/>
          </p:cNvSpPr>
          <p:nvPr>
            <p:ph type="body" sz="quarter" idx="13"/>
          </p:nvPr>
        </p:nvSpPr>
        <p:spPr/>
        <p:txBody>
          <a:bodyPr/>
          <a:lstStyle/>
          <a:p>
            <a:endParaRPr lang="en-US" dirty="0"/>
          </a:p>
          <a:p>
            <a:r>
              <a:rPr lang="en-US" dirty="0"/>
              <a:t>Please join us in thanking the user group sponsors who make these meetings possible</a:t>
            </a:r>
          </a:p>
        </p:txBody>
      </p:sp>
      <p:sp>
        <p:nvSpPr>
          <p:cNvPr id="4" name="Slide Number Placeholder 3">
            <a:extLst>
              <a:ext uri="{FF2B5EF4-FFF2-40B4-BE49-F238E27FC236}">
                <a16:creationId xmlns:a16="http://schemas.microsoft.com/office/drawing/2014/main" id="{2A6B66A2-933D-4660-9AD2-82FB01329796}"/>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4307637F-D392-47B9-5F98-2AC3A676D1A0}"/>
              </a:ext>
            </a:extLst>
          </p:cNvPr>
          <p:cNvSpPr/>
          <p:nvPr/>
        </p:nvSpPr>
        <p:spPr>
          <a:xfrm>
            <a:off x="-22084" y="1844452"/>
            <a:ext cx="12214084" cy="41372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6001F48-BB07-2596-8BC2-F7759844CA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774" y="2176799"/>
            <a:ext cx="2960075" cy="738346"/>
          </a:xfrm>
          <a:prstGeom prst="rect">
            <a:avLst/>
          </a:prstGeom>
        </p:spPr>
      </p:pic>
      <p:pic>
        <p:nvPicPr>
          <p:cNvPr id="17" name="Picture 8">
            <a:extLst>
              <a:ext uri="{FF2B5EF4-FFF2-40B4-BE49-F238E27FC236}">
                <a16:creationId xmlns:a16="http://schemas.microsoft.com/office/drawing/2014/main" id="{9C1EBDA2-B9C1-ACB3-5BCE-D7E263E2FE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774" y="4893128"/>
            <a:ext cx="3389357" cy="71053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a:extLst>
              <a:ext uri="{FF2B5EF4-FFF2-40B4-BE49-F238E27FC236}">
                <a16:creationId xmlns:a16="http://schemas.microsoft.com/office/drawing/2014/main" id="{E9CBC553-B2F3-8D30-69DC-314731BF44A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7829" y="3603719"/>
            <a:ext cx="3772642" cy="6187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logo on a black background&#10;&#10;AI-generated content may be incorrect.">
            <a:extLst>
              <a:ext uri="{FF2B5EF4-FFF2-40B4-BE49-F238E27FC236}">
                <a16:creationId xmlns:a16="http://schemas.microsoft.com/office/drawing/2014/main" id="{0DA9EECA-FEDE-B8B2-42DD-E95E17AD12F9}"/>
              </a:ext>
            </a:extLst>
          </p:cNvPr>
          <p:cNvPicPr>
            <a:picLocks noChangeAspect="1"/>
          </p:cNvPicPr>
          <p:nvPr/>
        </p:nvPicPr>
        <p:blipFill>
          <a:blip r:embed="rId5" cstate="print">
            <a:extLst>
              <a:ext uri="{28A0092B-C50C-407E-A947-70E740481C1C}">
                <a14:useLocalDpi xmlns:a14="http://schemas.microsoft.com/office/drawing/2010/main" val="0"/>
              </a:ext>
            </a:extLst>
          </a:blip>
          <a:srcRect l="7878" t="10962" b="16739"/>
          <a:stretch>
            <a:fillRect/>
          </a:stretch>
        </p:blipFill>
        <p:spPr>
          <a:xfrm>
            <a:off x="6212497" y="2081697"/>
            <a:ext cx="1543611" cy="1211434"/>
          </a:xfrm>
          <a:prstGeom prst="roundRect">
            <a:avLst>
              <a:gd name="adj" fmla="val 11593"/>
            </a:avLst>
          </a:prstGeom>
        </p:spPr>
      </p:pic>
      <p:pic>
        <p:nvPicPr>
          <p:cNvPr id="20" name="Picture 19" descr="A green and blue logo&#10;&#10;AI-generated content may be incorrect.">
            <a:extLst>
              <a:ext uri="{FF2B5EF4-FFF2-40B4-BE49-F238E27FC236}">
                <a16:creationId xmlns:a16="http://schemas.microsoft.com/office/drawing/2014/main" id="{48F5DDD5-BD9F-548D-AACF-7FF37F7EAC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8774" y="3533451"/>
            <a:ext cx="2702453" cy="844516"/>
          </a:xfrm>
          <a:prstGeom prst="rect">
            <a:avLst/>
          </a:prstGeom>
        </p:spPr>
      </p:pic>
      <p:pic>
        <p:nvPicPr>
          <p:cNvPr id="21" name="Picture 20" descr="A blue and white logo&#10;&#10;AI-generated content may be incorrect.">
            <a:extLst>
              <a:ext uri="{FF2B5EF4-FFF2-40B4-BE49-F238E27FC236}">
                <a16:creationId xmlns:a16="http://schemas.microsoft.com/office/drawing/2014/main" id="{B9C0CC5C-18F0-7A2D-D4C3-666126A0009B}"/>
              </a:ext>
            </a:extLst>
          </p:cNvPr>
          <p:cNvPicPr>
            <a:picLocks noChangeAspect="1"/>
          </p:cNvPicPr>
          <p:nvPr/>
        </p:nvPicPr>
        <p:blipFill>
          <a:blip r:embed="rId7" cstate="print">
            <a:extLst>
              <a:ext uri="{28A0092B-C50C-407E-A947-70E740481C1C}">
                <a14:useLocalDpi xmlns:a14="http://schemas.microsoft.com/office/drawing/2010/main" val="0"/>
              </a:ext>
            </a:extLst>
          </a:blip>
          <a:srcRect t="22780" b="26776"/>
          <a:stretch>
            <a:fillRect/>
          </a:stretch>
        </p:blipFill>
        <p:spPr>
          <a:xfrm>
            <a:off x="3446646" y="3406940"/>
            <a:ext cx="4389655" cy="1289370"/>
          </a:xfrm>
          <a:prstGeom prst="rect">
            <a:avLst/>
          </a:prstGeom>
        </p:spPr>
      </p:pic>
      <p:pic>
        <p:nvPicPr>
          <p:cNvPr id="22" name="Picture 21" descr="A purple logo with a black background&#10;&#10;AI-generated content may be incorrect.">
            <a:extLst>
              <a:ext uri="{FF2B5EF4-FFF2-40B4-BE49-F238E27FC236}">
                <a16:creationId xmlns:a16="http://schemas.microsoft.com/office/drawing/2014/main" id="{9E7F8BA5-513B-7B6D-9343-96FE83D6901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08131" y="1686559"/>
            <a:ext cx="1770559" cy="1770559"/>
          </a:xfrm>
          <a:prstGeom prst="rect">
            <a:avLst/>
          </a:prstGeom>
        </p:spPr>
      </p:pic>
      <p:pic>
        <p:nvPicPr>
          <p:cNvPr id="23" name="Picture 22">
            <a:extLst>
              <a:ext uri="{FF2B5EF4-FFF2-40B4-BE49-F238E27FC236}">
                <a16:creationId xmlns:a16="http://schemas.microsoft.com/office/drawing/2014/main" id="{AB7549FB-6A8B-9C89-6AB1-08F527AA3D4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21378" y="5074296"/>
            <a:ext cx="4051848" cy="403169"/>
          </a:xfrm>
          <a:prstGeom prst="rect">
            <a:avLst/>
          </a:prstGeom>
        </p:spPr>
      </p:pic>
      <p:pic>
        <p:nvPicPr>
          <p:cNvPr id="7" name="Picture 6" descr="A blue letter on a black background&#10;&#10;AI-generated content may be incorrect.">
            <a:extLst>
              <a:ext uri="{FF2B5EF4-FFF2-40B4-BE49-F238E27FC236}">
                <a16:creationId xmlns:a16="http://schemas.microsoft.com/office/drawing/2014/main" id="{0C1DB25D-D374-4839-E5FF-B8BE88DDB3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12338" y="2307262"/>
            <a:ext cx="3448960" cy="735778"/>
          </a:xfrm>
          <a:prstGeom prst="rect">
            <a:avLst/>
          </a:prstGeom>
        </p:spPr>
      </p:pic>
      <p:pic>
        <p:nvPicPr>
          <p:cNvPr id="6" name="Picture 5">
            <a:extLst>
              <a:ext uri="{FF2B5EF4-FFF2-40B4-BE49-F238E27FC236}">
                <a16:creationId xmlns:a16="http://schemas.microsoft.com/office/drawing/2014/main" id="{49DDDEAE-93A1-1B1E-50EE-DE51F4236DB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70623" y="4821411"/>
            <a:ext cx="2366682" cy="1028116"/>
          </a:xfrm>
          <a:prstGeom prst="rect">
            <a:avLst/>
          </a:prstGeom>
        </p:spPr>
      </p:pic>
    </p:spTree>
    <p:extLst>
      <p:ext uri="{BB962C8B-B14F-4D97-AF65-F5344CB8AC3E}">
        <p14:creationId xmlns:p14="http://schemas.microsoft.com/office/powerpoint/2010/main" val="4273953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a:xfrm>
            <a:off x="11608943" y="6435152"/>
            <a:ext cx="527558" cy="365125"/>
          </a:xfrm>
        </p:spPr>
        <p:txBody>
          <a:bodyPr/>
          <a:lstStyle/>
          <a:p>
            <a:fld id="{FCA239EA-F1FD-4C8D-8363-19B4042F821C}" type="slidenum">
              <a:rPr lang="en-US" smtClean="0">
                <a:latin typeface="+mn-lt"/>
              </a:rPr>
              <a:pPr/>
              <a:t>10</a:t>
            </a:fld>
            <a:endParaRPr lang="en-US" dirty="0">
              <a:latin typeface="+mn-lt"/>
            </a:endParaRPr>
          </a:p>
        </p:txBody>
      </p:sp>
      <p:sp>
        <p:nvSpPr>
          <p:cNvPr id="5" name="TextBox 4"/>
          <p:cNvSpPr txBox="1"/>
          <p:nvPr/>
        </p:nvSpPr>
        <p:spPr>
          <a:xfrm>
            <a:off x="3731556" y="3958172"/>
            <a:ext cx="4728888" cy="523220"/>
          </a:xfrm>
          <a:prstGeom prst="rect">
            <a:avLst/>
          </a:prstGeom>
          <a:noFill/>
        </p:spPr>
        <p:txBody>
          <a:bodyPr wrap="square" rtlCol="0">
            <a:spAutoFit/>
          </a:bodyPr>
          <a:lstStyle/>
          <a:p>
            <a:pPr algn="ctr"/>
            <a:r>
              <a:rPr lang="en-US" sz="2800" dirty="0">
                <a:solidFill>
                  <a:schemeClr val="accent1"/>
                </a:solidFill>
                <a:latin typeface="+mj-lt"/>
              </a:rPr>
              <a:t>JEREMY</a:t>
            </a:r>
            <a:r>
              <a:rPr lang="en-US" sz="2800" dirty="0">
                <a:latin typeface="+mj-lt"/>
              </a:rPr>
              <a:t> </a:t>
            </a:r>
            <a:r>
              <a:rPr lang="en-US" sz="2800" dirty="0">
                <a:solidFill>
                  <a:schemeClr val="accent2"/>
                </a:solidFill>
                <a:latin typeface="+mj-lt"/>
              </a:rPr>
              <a:t>FLORES</a:t>
            </a:r>
          </a:p>
        </p:txBody>
      </p:sp>
      <p:grpSp>
        <p:nvGrpSpPr>
          <p:cNvPr id="10" name="Group 9"/>
          <p:cNvGrpSpPr/>
          <p:nvPr/>
        </p:nvGrpSpPr>
        <p:grpSpPr>
          <a:xfrm>
            <a:off x="3731556" y="4520717"/>
            <a:ext cx="4728888" cy="276999"/>
            <a:chOff x="3727248" y="4251397"/>
            <a:chExt cx="4728888" cy="276999"/>
          </a:xfrm>
        </p:grpSpPr>
        <p:sp>
          <p:nvSpPr>
            <p:cNvPr id="6" name="TextBox 5"/>
            <p:cNvSpPr txBox="1"/>
            <p:nvPr/>
          </p:nvSpPr>
          <p:spPr>
            <a:xfrm>
              <a:off x="3727248" y="4251397"/>
              <a:ext cx="4728888" cy="276999"/>
            </a:xfrm>
            <a:prstGeom prst="rect">
              <a:avLst/>
            </a:prstGeom>
            <a:noFill/>
          </p:spPr>
          <p:txBody>
            <a:bodyPr wrap="square" rtlCol="0">
              <a:spAutoFit/>
            </a:bodyPr>
            <a:lstStyle/>
            <a:p>
              <a:pPr algn="ctr"/>
              <a:r>
                <a:rPr lang="en-US" sz="1200" dirty="0">
                  <a:solidFill>
                    <a:schemeClr val="bg1">
                      <a:lumMod val="50000"/>
                    </a:schemeClr>
                  </a:solidFill>
                </a:rPr>
                <a:t>Co-Founder &amp; Chief Designer</a:t>
              </a:r>
            </a:p>
          </p:txBody>
        </p:sp>
        <p:cxnSp>
          <p:nvCxnSpPr>
            <p:cNvPr id="7" name="Straight Connector 6"/>
            <p:cNvCxnSpPr/>
            <p:nvPr/>
          </p:nvCxnSpPr>
          <p:spPr>
            <a:xfrm flipH="1">
              <a:off x="4541520" y="4389896"/>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7272528" y="4389896"/>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grpSp>
      <p:sp>
        <p:nvSpPr>
          <p:cNvPr id="11" name="TextBox 10"/>
          <p:cNvSpPr txBox="1"/>
          <p:nvPr/>
        </p:nvSpPr>
        <p:spPr>
          <a:xfrm>
            <a:off x="1437640" y="4889721"/>
            <a:ext cx="9316720" cy="646331"/>
          </a:xfrm>
          <a:prstGeom prst="rect">
            <a:avLst/>
          </a:prstGeom>
          <a:noFill/>
        </p:spPr>
        <p:txBody>
          <a:bodyPr wrap="square" rtlCol="0">
            <a:spAutoFit/>
          </a:bodyPr>
          <a:lstStyle/>
          <a:p>
            <a:pPr algn="ctr"/>
            <a:r>
              <a:rPr lang="en-US" dirty="0"/>
              <a:t>Lorem Ipsum is simply dummy text of the printing and typesetting industry. Lorem Ipsum has been the industry's standard dummy text ever since the 1500s.</a:t>
            </a:r>
          </a:p>
        </p:txBody>
      </p:sp>
      <p:grpSp>
        <p:nvGrpSpPr>
          <p:cNvPr id="15" name="Group 14"/>
          <p:cNvGrpSpPr/>
          <p:nvPr/>
        </p:nvGrpSpPr>
        <p:grpSpPr>
          <a:xfrm>
            <a:off x="5562739" y="5622067"/>
            <a:ext cx="1066522" cy="279328"/>
            <a:chOff x="5054829" y="5662627"/>
            <a:chExt cx="1066522" cy="279328"/>
          </a:xfrm>
        </p:grpSpPr>
        <p:sp>
          <p:nvSpPr>
            <p:cNvPr id="12" name="Shape 2872"/>
            <p:cNvSpPr/>
            <p:nvPr/>
          </p:nvSpPr>
          <p:spPr>
            <a:xfrm>
              <a:off x="5054829" y="566262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solidFill>
              <a:srgbClr val="005EF8"/>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egoe UI" panose="020B0502040204020203" pitchFamily="34" charset="0"/>
                <a:cs typeface="Segoe UI" panose="020B0502040204020203" pitchFamily="34" charset="0"/>
              </a:endParaRPr>
            </a:p>
          </p:txBody>
        </p:sp>
        <p:sp>
          <p:nvSpPr>
            <p:cNvPr id="13" name="Shape 2873"/>
            <p:cNvSpPr/>
            <p:nvPr/>
          </p:nvSpPr>
          <p:spPr>
            <a:xfrm>
              <a:off x="5448426" y="566262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solidFill>
              <a:srgbClr val="01743E"/>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egoe UI" panose="020B0502040204020203" pitchFamily="34" charset="0"/>
                <a:cs typeface="Segoe UI" panose="020B0502040204020203" pitchFamily="34" charset="0"/>
              </a:endParaRPr>
            </a:p>
          </p:txBody>
        </p:sp>
        <p:sp>
          <p:nvSpPr>
            <p:cNvPr id="14" name="Shape 2878"/>
            <p:cNvSpPr/>
            <p:nvPr/>
          </p:nvSpPr>
          <p:spPr>
            <a:xfrm>
              <a:off x="5842023" y="566262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430" y="9321"/>
                  </a:moveTo>
                  <a:cubicBezTo>
                    <a:pt x="11975" y="9321"/>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1"/>
                    <a:pt x="13430" y="9321"/>
                  </a:cubicBezTo>
                  <a:moveTo>
                    <a:pt x="6873" y="14727"/>
                  </a:moveTo>
                  <a:lnTo>
                    <a:pt x="8829" y="14727"/>
                  </a:lnTo>
                  <a:lnTo>
                    <a:pt x="8829" y="9321"/>
                  </a:lnTo>
                  <a:lnTo>
                    <a:pt x="6873" y="9321"/>
                  </a:lnTo>
                  <a:cubicBezTo>
                    <a:pt x="6873" y="9321"/>
                    <a:pt x="6873" y="14727"/>
                    <a:pt x="6873" y="14727"/>
                  </a:cubicBezTo>
                  <a:close/>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rgbClr val="692363"/>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egoe UI" panose="020B0502040204020203" pitchFamily="34" charset="0"/>
                <a:cs typeface="Segoe UI" panose="020B0502040204020203" pitchFamily="34" charset="0"/>
              </a:endParaRPr>
            </a:p>
          </p:txBody>
        </p:sp>
      </p:grpSp>
      <p:pic>
        <p:nvPicPr>
          <p:cNvPr id="17" name="Picture Placeholder 16"/>
          <p:cNvPicPr>
            <a:picLocks noGrp="1" noChangeAspect="1"/>
          </p:cNvPicPr>
          <p:nvPr>
            <p:ph type="pic" sz="quarter" idx="10"/>
          </p:nvPr>
        </p:nvPicPr>
        <p:blipFill>
          <a:blip r:embed="rId2">
            <a:extLst>
              <a:ext uri="{28A0092B-C50C-407E-A947-70E740481C1C}">
                <a14:useLocalDpi xmlns:a14="http://schemas.microsoft.com/office/drawing/2010/main"/>
              </a:ext>
            </a:extLst>
          </a:blip>
          <a:srcRect/>
          <a:stretch>
            <a:fillRect/>
          </a:stretch>
        </p:blipFill>
        <p:spPr/>
      </p:pic>
      <p:sp>
        <p:nvSpPr>
          <p:cNvPr id="16" name="Title 2">
            <a:extLst>
              <a:ext uri="{FF2B5EF4-FFF2-40B4-BE49-F238E27FC236}">
                <a16:creationId xmlns:a16="http://schemas.microsoft.com/office/drawing/2014/main" id="{F0D0897C-E0F7-2E46-BC0B-994E5AD4134C}"/>
              </a:ext>
            </a:extLst>
          </p:cNvPr>
          <p:cNvSpPr txBox="1">
            <a:spLocks/>
          </p:cNvSpPr>
          <p:nvPr/>
        </p:nvSpPr>
        <p:spPr>
          <a:xfrm>
            <a:off x="432970" y="408013"/>
            <a:ext cx="7680325" cy="885218"/>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nSpc>
                <a:spcPct val="100000"/>
              </a:lnSpc>
            </a:pPr>
            <a:r>
              <a:rPr lang="en-US" dirty="0">
                <a:solidFill>
                  <a:schemeClr val="bg1"/>
                </a:solidFill>
              </a:rPr>
              <a:t>SPEAKER</a:t>
            </a:r>
          </a:p>
        </p:txBody>
      </p:sp>
    </p:spTree>
    <p:extLst>
      <p:ext uri="{BB962C8B-B14F-4D97-AF65-F5344CB8AC3E}">
        <p14:creationId xmlns:p14="http://schemas.microsoft.com/office/powerpoint/2010/main" val="1225732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3151C6-E4EE-4BD0-B882-521787C7DB3A}"/>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6" name="Slide Number Placeholder 2">
            <a:extLst>
              <a:ext uri="{FF2B5EF4-FFF2-40B4-BE49-F238E27FC236}">
                <a16:creationId xmlns:a16="http://schemas.microsoft.com/office/drawing/2014/main" id="{9B05D169-AC01-F510-0475-D7D18971B24E}"/>
              </a:ext>
            </a:extLst>
          </p:cNvPr>
          <p:cNvSpPr txBox="1">
            <a:spLocks/>
          </p:cNvSpPr>
          <p:nvPr/>
        </p:nvSpPr>
        <p:spPr>
          <a:xfrm>
            <a:off x="11608943" y="6435152"/>
            <a:ext cx="527558" cy="36512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7" name="TextBox 6">
            <a:extLst>
              <a:ext uri="{FF2B5EF4-FFF2-40B4-BE49-F238E27FC236}">
                <a16:creationId xmlns:a16="http://schemas.microsoft.com/office/drawing/2014/main" id="{9407BA87-5ACE-5B41-60D7-982361847493}"/>
              </a:ext>
            </a:extLst>
          </p:cNvPr>
          <p:cNvSpPr txBox="1"/>
          <p:nvPr/>
        </p:nvSpPr>
        <p:spPr>
          <a:xfrm>
            <a:off x="3731556" y="3958172"/>
            <a:ext cx="4728888" cy="523220"/>
          </a:xfrm>
          <a:prstGeom prst="rect">
            <a:avLst/>
          </a:prstGeom>
          <a:noFill/>
        </p:spPr>
        <p:txBody>
          <a:bodyPr wrap="square" rtlCol="0">
            <a:spAutoFit/>
          </a:bodyPr>
          <a:lstStyle/>
          <a:p>
            <a:pPr algn="ctr"/>
            <a:r>
              <a:rPr lang="en-US" sz="2800" dirty="0">
                <a:solidFill>
                  <a:srgbClr val="F2C810"/>
                </a:solidFill>
                <a:latin typeface="+mj-lt"/>
              </a:rPr>
              <a:t>JEREMY</a:t>
            </a:r>
            <a:r>
              <a:rPr lang="en-US" sz="2800" dirty="0">
                <a:latin typeface="+mj-lt"/>
              </a:rPr>
              <a:t> </a:t>
            </a:r>
            <a:r>
              <a:rPr lang="en-US" sz="2800" dirty="0">
                <a:solidFill>
                  <a:schemeClr val="bg1"/>
                </a:solidFill>
                <a:latin typeface="+mj-lt"/>
              </a:rPr>
              <a:t>FLORES</a:t>
            </a:r>
          </a:p>
        </p:txBody>
      </p:sp>
      <p:grpSp>
        <p:nvGrpSpPr>
          <p:cNvPr id="8" name="Group 7">
            <a:extLst>
              <a:ext uri="{FF2B5EF4-FFF2-40B4-BE49-F238E27FC236}">
                <a16:creationId xmlns:a16="http://schemas.microsoft.com/office/drawing/2014/main" id="{CAE8F8B0-F7BB-E3FA-8F6E-FB6E07CD1ED7}"/>
              </a:ext>
            </a:extLst>
          </p:cNvPr>
          <p:cNvGrpSpPr/>
          <p:nvPr/>
        </p:nvGrpSpPr>
        <p:grpSpPr>
          <a:xfrm>
            <a:off x="3731556" y="4520717"/>
            <a:ext cx="4728888" cy="276999"/>
            <a:chOff x="3727248" y="4251397"/>
            <a:chExt cx="4728888" cy="276999"/>
          </a:xfrm>
        </p:grpSpPr>
        <p:sp>
          <p:nvSpPr>
            <p:cNvPr id="9" name="TextBox 8">
              <a:extLst>
                <a:ext uri="{FF2B5EF4-FFF2-40B4-BE49-F238E27FC236}">
                  <a16:creationId xmlns:a16="http://schemas.microsoft.com/office/drawing/2014/main" id="{9327EA2E-36E5-145E-EC2A-EBF2BFB323FC}"/>
                </a:ext>
              </a:extLst>
            </p:cNvPr>
            <p:cNvSpPr txBox="1"/>
            <p:nvPr/>
          </p:nvSpPr>
          <p:spPr>
            <a:xfrm>
              <a:off x="3727248" y="4251397"/>
              <a:ext cx="4728888" cy="276999"/>
            </a:xfrm>
            <a:prstGeom prst="rect">
              <a:avLst/>
            </a:prstGeom>
            <a:noFill/>
          </p:spPr>
          <p:txBody>
            <a:bodyPr wrap="square" rtlCol="0">
              <a:spAutoFit/>
            </a:bodyPr>
            <a:lstStyle/>
            <a:p>
              <a:pPr algn="ctr"/>
              <a:r>
                <a:rPr lang="en-US" sz="1200" dirty="0">
                  <a:solidFill>
                    <a:schemeClr val="bg1"/>
                  </a:solidFill>
                </a:rPr>
                <a:t>Co-Founder &amp; Chief Designer</a:t>
              </a:r>
            </a:p>
          </p:txBody>
        </p:sp>
        <p:cxnSp>
          <p:nvCxnSpPr>
            <p:cNvPr id="10" name="Straight Connector 9">
              <a:extLst>
                <a:ext uri="{FF2B5EF4-FFF2-40B4-BE49-F238E27FC236}">
                  <a16:creationId xmlns:a16="http://schemas.microsoft.com/office/drawing/2014/main" id="{6A22ADE1-CA60-047C-93DA-A53A19630532}"/>
                </a:ext>
              </a:extLst>
            </p:cNvPr>
            <p:cNvCxnSpPr/>
            <p:nvPr/>
          </p:nvCxnSpPr>
          <p:spPr>
            <a:xfrm flipH="1">
              <a:off x="4541520" y="4389896"/>
              <a:ext cx="369337"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11" name="Straight Connector 10">
              <a:extLst>
                <a:ext uri="{FF2B5EF4-FFF2-40B4-BE49-F238E27FC236}">
                  <a16:creationId xmlns:a16="http://schemas.microsoft.com/office/drawing/2014/main" id="{DBD290EB-556E-B0DB-F364-5654881C5905}"/>
                </a:ext>
              </a:extLst>
            </p:cNvPr>
            <p:cNvCxnSpPr/>
            <p:nvPr/>
          </p:nvCxnSpPr>
          <p:spPr>
            <a:xfrm flipH="1">
              <a:off x="7272528" y="4389896"/>
              <a:ext cx="369337" cy="0"/>
            </a:xfrm>
            <a:prstGeom prst="line">
              <a:avLst/>
            </a:prstGeom>
            <a:ln/>
          </p:spPr>
          <p:style>
            <a:lnRef idx="3">
              <a:schemeClr val="accent5"/>
            </a:lnRef>
            <a:fillRef idx="0">
              <a:schemeClr val="accent5"/>
            </a:fillRef>
            <a:effectRef idx="2">
              <a:schemeClr val="accent5"/>
            </a:effectRef>
            <a:fontRef idx="minor">
              <a:schemeClr val="tx1"/>
            </a:fontRef>
          </p:style>
        </p:cxnSp>
      </p:grpSp>
      <p:sp>
        <p:nvSpPr>
          <p:cNvPr id="12" name="TextBox 11">
            <a:extLst>
              <a:ext uri="{FF2B5EF4-FFF2-40B4-BE49-F238E27FC236}">
                <a16:creationId xmlns:a16="http://schemas.microsoft.com/office/drawing/2014/main" id="{B1707E72-EEB0-0D40-1F0B-F8C739EF6FB6}"/>
              </a:ext>
            </a:extLst>
          </p:cNvPr>
          <p:cNvSpPr txBox="1"/>
          <p:nvPr/>
        </p:nvSpPr>
        <p:spPr>
          <a:xfrm>
            <a:off x="1437640" y="4889721"/>
            <a:ext cx="9316720" cy="646331"/>
          </a:xfrm>
          <a:prstGeom prst="rect">
            <a:avLst/>
          </a:prstGeom>
          <a:noFill/>
        </p:spPr>
        <p:txBody>
          <a:bodyPr wrap="square" rtlCol="0">
            <a:spAutoFit/>
          </a:bodyPr>
          <a:lstStyle/>
          <a:p>
            <a:pPr algn="ctr"/>
            <a:r>
              <a:rPr lang="en-US" dirty="0">
                <a:solidFill>
                  <a:schemeClr val="bg1"/>
                </a:solidFill>
              </a:rPr>
              <a:t>Lorem Ipsum is simply dummy text of the printing and typesetting industry. Lorem Ipsum has been the industry's standard dummy text ever since the 1500s.</a:t>
            </a:r>
          </a:p>
        </p:txBody>
      </p:sp>
      <p:grpSp>
        <p:nvGrpSpPr>
          <p:cNvPr id="13" name="Group 12">
            <a:extLst>
              <a:ext uri="{FF2B5EF4-FFF2-40B4-BE49-F238E27FC236}">
                <a16:creationId xmlns:a16="http://schemas.microsoft.com/office/drawing/2014/main" id="{5146CE6D-64FD-E91E-643B-C6A3B0171D9D}"/>
              </a:ext>
            </a:extLst>
          </p:cNvPr>
          <p:cNvGrpSpPr/>
          <p:nvPr/>
        </p:nvGrpSpPr>
        <p:grpSpPr>
          <a:xfrm>
            <a:off x="5562739" y="5622067"/>
            <a:ext cx="1066522" cy="279328"/>
            <a:chOff x="5054829" y="5662627"/>
            <a:chExt cx="1066522" cy="279328"/>
          </a:xfrm>
          <a:solidFill>
            <a:schemeClr val="bg1"/>
          </a:solidFill>
        </p:grpSpPr>
        <p:sp>
          <p:nvSpPr>
            <p:cNvPr id="14" name="Shape 2872">
              <a:extLst>
                <a:ext uri="{FF2B5EF4-FFF2-40B4-BE49-F238E27FC236}">
                  <a16:creationId xmlns:a16="http://schemas.microsoft.com/office/drawing/2014/main" id="{3E16D60A-E273-1402-4E43-26B5CD4CEE1C}"/>
                </a:ext>
              </a:extLst>
            </p:cNvPr>
            <p:cNvSpPr/>
            <p:nvPr/>
          </p:nvSpPr>
          <p:spPr>
            <a:xfrm>
              <a:off x="5054829" y="566262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grp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egoe UI" panose="020B0502040204020203" pitchFamily="34" charset="0"/>
                <a:cs typeface="Segoe UI" panose="020B0502040204020203" pitchFamily="34" charset="0"/>
              </a:endParaRPr>
            </a:p>
          </p:txBody>
        </p:sp>
        <p:sp>
          <p:nvSpPr>
            <p:cNvPr id="15" name="Shape 2873">
              <a:extLst>
                <a:ext uri="{FF2B5EF4-FFF2-40B4-BE49-F238E27FC236}">
                  <a16:creationId xmlns:a16="http://schemas.microsoft.com/office/drawing/2014/main" id="{DDC74B3C-7048-3644-51A7-545001DBDCAC}"/>
                </a:ext>
              </a:extLst>
            </p:cNvPr>
            <p:cNvSpPr/>
            <p:nvPr/>
          </p:nvSpPr>
          <p:spPr>
            <a:xfrm>
              <a:off x="5448426" y="566262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p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egoe UI" panose="020B0502040204020203" pitchFamily="34" charset="0"/>
                <a:cs typeface="Segoe UI" panose="020B0502040204020203" pitchFamily="34" charset="0"/>
              </a:endParaRPr>
            </a:p>
          </p:txBody>
        </p:sp>
        <p:sp>
          <p:nvSpPr>
            <p:cNvPr id="16" name="Shape 2878">
              <a:extLst>
                <a:ext uri="{FF2B5EF4-FFF2-40B4-BE49-F238E27FC236}">
                  <a16:creationId xmlns:a16="http://schemas.microsoft.com/office/drawing/2014/main" id="{0B39BAC7-0670-2509-B2B0-47D6B00E5C38}"/>
                </a:ext>
              </a:extLst>
            </p:cNvPr>
            <p:cNvSpPr/>
            <p:nvPr/>
          </p:nvSpPr>
          <p:spPr>
            <a:xfrm>
              <a:off x="5842023" y="566262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430" y="9321"/>
                  </a:moveTo>
                  <a:cubicBezTo>
                    <a:pt x="11975" y="9321"/>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1"/>
                    <a:pt x="13430" y="9321"/>
                  </a:cubicBezTo>
                  <a:moveTo>
                    <a:pt x="6873" y="14727"/>
                  </a:moveTo>
                  <a:lnTo>
                    <a:pt x="8829" y="14727"/>
                  </a:lnTo>
                  <a:lnTo>
                    <a:pt x="8829" y="9321"/>
                  </a:lnTo>
                  <a:lnTo>
                    <a:pt x="6873" y="9321"/>
                  </a:lnTo>
                  <a:cubicBezTo>
                    <a:pt x="6873" y="9321"/>
                    <a:pt x="6873" y="14727"/>
                    <a:pt x="6873" y="14727"/>
                  </a:cubicBezTo>
                  <a:close/>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p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egoe UI" panose="020B0502040204020203" pitchFamily="34" charset="0"/>
                <a:cs typeface="Segoe UI" panose="020B0502040204020203" pitchFamily="34" charset="0"/>
              </a:endParaRPr>
            </a:p>
          </p:txBody>
        </p:sp>
      </p:grpSp>
      <p:pic>
        <p:nvPicPr>
          <p:cNvPr id="17" name="Picture Placeholder 16">
            <a:extLst>
              <a:ext uri="{FF2B5EF4-FFF2-40B4-BE49-F238E27FC236}">
                <a16:creationId xmlns:a16="http://schemas.microsoft.com/office/drawing/2014/main" id="{94719822-6BFB-D1E1-7BA7-810B32DC2D85}"/>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a:xfrm>
            <a:off x="4738334" y="1054786"/>
            <a:ext cx="2715332" cy="2715332"/>
          </a:xfrm>
          <a:prstGeom prst="ellipse">
            <a:avLst/>
          </a:prstGeom>
        </p:spPr>
      </p:pic>
      <p:sp>
        <p:nvSpPr>
          <p:cNvPr id="18" name="Title 2">
            <a:extLst>
              <a:ext uri="{FF2B5EF4-FFF2-40B4-BE49-F238E27FC236}">
                <a16:creationId xmlns:a16="http://schemas.microsoft.com/office/drawing/2014/main" id="{96CB2D93-63D4-5C93-45EB-CDC33BEE51D3}"/>
              </a:ext>
            </a:extLst>
          </p:cNvPr>
          <p:cNvSpPr txBox="1">
            <a:spLocks/>
          </p:cNvSpPr>
          <p:nvPr/>
        </p:nvSpPr>
        <p:spPr>
          <a:xfrm>
            <a:off x="432970" y="408013"/>
            <a:ext cx="7680325" cy="885218"/>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nSpc>
                <a:spcPct val="100000"/>
              </a:lnSpc>
            </a:pPr>
            <a:r>
              <a:rPr lang="en-US" dirty="0">
                <a:solidFill>
                  <a:schemeClr val="bg1"/>
                </a:solidFill>
              </a:rPr>
              <a:t>SPEAKER</a:t>
            </a:r>
          </a:p>
        </p:txBody>
      </p:sp>
    </p:spTree>
    <p:extLst>
      <p:ext uri="{BB962C8B-B14F-4D97-AF65-F5344CB8AC3E}">
        <p14:creationId xmlns:p14="http://schemas.microsoft.com/office/powerpoint/2010/main" val="4093730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2D6E-704D-9CEA-8AA2-3AC8F0457DC2}"/>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681B92EB-3B0D-6492-76D2-299273ED117C}"/>
              </a:ext>
            </a:extLst>
          </p:cNvPr>
          <p:cNvSpPr>
            <a:spLocks noGrp="1"/>
          </p:cNvSpPr>
          <p:nvPr>
            <p:ph type="body" sz="quarter" idx="13"/>
          </p:nvPr>
        </p:nvSpPr>
        <p:spPr/>
        <p:txBody>
          <a:bodyPr/>
          <a:lstStyle/>
          <a:p>
            <a:endParaRPr lang="en-GB"/>
          </a:p>
        </p:txBody>
      </p:sp>
      <p:sp>
        <p:nvSpPr>
          <p:cNvPr id="4" name="Slide Number Placeholder 3">
            <a:extLst>
              <a:ext uri="{FF2B5EF4-FFF2-40B4-BE49-F238E27FC236}">
                <a16:creationId xmlns:a16="http://schemas.microsoft.com/office/drawing/2014/main" id="{E314DB1D-096F-A5C9-9F11-5C0B1476CD39}"/>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17886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a:xfrm>
            <a:off x="11608943" y="6435152"/>
            <a:ext cx="527558" cy="365125"/>
          </a:xfrm>
        </p:spPr>
        <p:txBody>
          <a:bodyPr/>
          <a:lstStyle/>
          <a:p>
            <a:fld id="{FCA239EA-F1FD-4C8D-8363-19B4042F821C}" type="slidenum">
              <a:rPr lang="en-US" smtClean="0">
                <a:latin typeface="+mn-lt"/>
              </a:rPr>
              <a:pPr/>
              <a:t>13</a:t>
            </a:fld>
            <a:endParaRPr lang="en-US" dirty="0">
              <a:latin typeface="+mn-lt"/>
            </a:endParaRPr>
          </a:p>
        </p:txBody>
      </p:sp>
      <p:sp>
        <p:nvSpPr>
          <p:cNvPr id="3" name="Title 2"/>
          <p:cNvSpPr>
            <a:spLocks noGrp="1"/>
          </p:cNvSpPr>
          <p:nvPr>
            <p:ph type="title"/>
          </p:nvPr>
        </p:nvSpPr>
        <p:spPr>
          <a:xfrm>
            <a:off x="644995" y="355356"/>
            <a:ext cx="10515600" cy="821045"/>
          </a:xfrm>
        </p:spPr>
        <p:txBody>
          <a:bodyPr/>
          <a:lstStyle/>
          <a:p>
            <a:r>
              <a:rPr lang="en-US" sz="4400" dirty="0">
                <a:solidFill>
                  <a:schemeClr val="accent1"/>
                </a:solidFill>
              </a:rPr>
              <a:t>HEADER &amp; </a:t>
            </a:r>
            <a:r>
              <a:rPr lang="en-US" sz="4400" dirty="0">
                <a:solidFill>
                  <a:schemeClr val="accent2"/>
                </a:solidFill>
              </a:rPr>
              <a:t>TEXT AREAS</a:t>
            </a:r>
          </a:p>
        </p:txBody>
      </p:sp>
      <p:sp>
        <p:nvSpPr>
          <p:cNvPr id="4" name="Text Placeholder 3"/>
          <p:cNvSpPr>
            <a:spLocks noGrp="1"/>
          </p:cNvSpPr>
          <p:nvPr>
            <p:ph type="body" sz="quarter" idx="14"/>
          </p:nvPr>
        </p:nvSpPr>
        <p:spPr>
          <a:xfrm>
            <a:off x="719041" y="1165515"/>
            <a:ext cx="10427246" cy="329633"/>
          </a:xfrm>
        </p:spPr>
        <p:txBody>
          <a:bodyPr>
            <a:normAutofit fontScale="92500" lnSpcReduction="20000"/>
          </a:bodyPr>
          <a:lstStyle/>
          <a:p>
            <a:r>
              <a:rPr lang="en-US" dirty="0"/>
              <a:t>Get to know us, we’re honest, dedicated and relentless</a:t>
            </a:r>
          </a:p>
        </p:txBody>
      </p:sp>
      <p:sp>
        <p:nvSpPr>
          <p:cNvPr id="5" name="Text Placeholder 4"/>
          <p:cNvSpPr>
            <a:spLocks noGrp="1"/>
          </p:cNvSpPr>
          <p:nvPr>
            <p:ph type="body" sz="quarter" idx="21"/>
          </p:nvPr>
        </p:nvSpPr>
        <p:spPr>
          <a:xfrm>
            <a:off x="726019" y="1831496"/>
            <a:ext cx="7243126" cy="490446"/>
          </a:xfrm>
        </p:spPr>
        <p:txBody>
          <a:bodyPr/>
          <a:lstStyle/>
          <a:p>
            <a:r>
              <a:rPr lang="en-US" dirty="0"/>
              <a:t>What is Lorem Ipsum?</a:t>
            </a:r>
          </a:p>
        </p:txBody>
      </p:sp>
      <p:sp>
        <p:nvSpPr>
          <p:cNvPr id="6" name="Text Placeholder 5"/>
          <p:cNvSpPr>
            <a:spLocks noGrp="1"/>
          </p:cNvSpPr>
          <p:nvPr>
            <p:ph type="body" sz="quarter" idx="20"/>
          </p:nvPr>
        </p:nvSpPr>
        <p:spPr>
          <a:xfrm>
            <a:off x="726018" y="2290509"/>
            <a:ext cx="8049992" cy="3719995"/>
          </a:xfrm>
        </p:spPr>
        <p:txBody>
          <a:bodyPr>
            <a:normAutofit/>
          </a:bodyPr>
          <a:lstStyle/>
          <a:p>
            <a:r>
              <a:rPr lang="en-US" sz="1600" dirty="0"/>
              <a:t>Lorem Ipsum is simply dummy text of the printing and typesetting industry. Lorem Ipsum has been the industry's standard dummy text ever since the 1500s,</a:t>
            </a:r>
          </a:p>
          <a:p>
            <a:pPr lvl="1"/>
            <a:r>
              <a:rPr lang="en-US" sz="1600" dirty="0"/>
              <a:t>Lorem Ipsum is simply dummy text of the printing and typesetting industry. Lorem Ipsum has been the industry's standard dummy text ever since the 1500s,</a:t>
            </a:r>
          </a:p>
          <a:p>
            <a:pPr lvl="1"/>
            <a:r>
              <a:rPr lang="en-US" sz="1600" dirty="0"/>
              <a:t>Lorem Ipsum is simply dummy text of the printing and typesetting industry. Lorem Ipsum has been the industry's standard dummy text ever since the 1500s.</a:t>
            </a:r>
          </a:p>
          <a:p>
            <a:r>
              <a:rPr lang="en-US" sz="1600" dirty="0"/>
              <a:t>Lorem Ipsum is simply dummy text of the printing and typesetting industry. Lorem Ipsum has been the industry's standard dummy text ever since the 1500s,</a:t>
            </a:r>
          </a:p>
          <a:p>
            <a:r>
              <a:rPr lang="en-US" sz="1600" dirty="0"/>
              <a:t>Lorem Ipsum is simply dummy text of the printing and typesetting industry. Lorem Ipsum has been the industry's standard dummy text ever since the 1500s,</a:t>
            </a:r>
          </a:p>
          <a:p>
            <a:r>
              <a:rPr lang="en-US" sz="1600" dirty="0"/>
              <a:t>Lorem Ipsum is simply dummy text of the printing and typesetting industry. Lorem Ipsum has been the industry's standard dummy text ever since the 1500s,</a:t>
            </a:r>
          </a:p>
        </p:txBody>
      </p:sp>
      <p:cxnSp>
        <p:nvCxnSpPr>
          <p:cNvPr id="7" name="Straight Connector 6"/>
          <p:cNvCxnSpPr/>
          <p:nvPr/>
        </p:nvCxnSpPr>
        <p:spPr>
          <a:xfrm flipH="1">
            <a:off x="824218" y="1627896"/>
            <a:ext cx="449580"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3925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2906C-EE2B-C0EB-145B-C6D7BD64306D}"/>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Slide Number Placeholder 1">
            <a:extLst>
              <a:ext uri="{FF2B5EF4-FFF2-40B4-BE49-F238E27FC236}">
                <a16:creationId xmlns:a16="http://schemas.microsoft.com/office/drawing/2014/main" id="{B8FFF685-19C7-3C46-7127-5FEB4426486D}"/>
              </a:ext>
            </a:extLst>
          </p:cNvPr>
          <p:cNvSpPr txBox="1">
            <a:spLocks/>
          </p:cNvSpPr>
          <p:nvPr/>
        </p:nvSpPr>
        <p:spPr>
          <a:xfrm>
            <a:off x="11608943" y="6435152"/>
            <a:ext cx="527558" cy="36512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CA239EA-F1FD-4C8D-8363-19B4042F821C}" type="slidenum">
              <a:rPr lang="en-US" smtClean="0"/>
              <a:pPr/>
              <a:t>14</a:t>
            </a:fld>
            <a:endParaRPr lang="en-US" dirty="0"/>
          </a:p>
        </p:txBody>
      </p:sp>
      <p:sp>
        <p:nvSpPr>
          <p:cNvPr id="6" name="Title 2">
            <a:extLst>
              <a:ext uri="{FF2B5EF4-FFF2-40B4-BE49-F238E27FC236}">
                <a16:creationId xmlns:a16="http://schemas.microsoft.com/office/drawing/2014/main" id="{D62C02DE-F1B6-57DD-645C-55182F55AABE}"/>
              </a:ext>
            </a:extLst>
          </p:cNvPr>
          <p:cNvSpPr>
            <a:spLocks noGrp="1"/>
          </p:cNvSpPr>
          <p:nvPr>
            <p:ph type="title"/>
          </p:nvPr>
        </p:nvSpPr>
        <p:spPr>
          <a:xfrm>
            <a:off x="644995" y="355356"/>
            <a:ext cx="10515600" cy="821045"/>
          </a:xfrm>
        </p:spPr>
        <p:txBody>
          <a:bodyPr/>
          <a:lstStyle/>
          <a:p>
            <a:pPr algn="l"/>
            <a:r>
              <a:rPr lang="en-US" sz="4400" dirty="0">
                <a:solidFill>
                  <a:srgbClr val="F2C810"/>
                </a:solidFill>
              </a:rPr>
              <a:t>HEADER &amp; </a:t>
            </a:r>
            <a:r>
              <a:rPr lang="en-US" sz="4400" dirty="0"/>
              <a:t>TEXT AREAS</a:t>
            </a:r>
          </a:p>
        </p:txBody>
      </p:sp>
      <p:sp>
        <p:nvSpPr>
          <p:cNvPr id="7" name="Text Placeholder 3">
            <a:extLst>
              <a:ext uri="{FF2B5EF4-FFF2-40B4-BE49-F238E27FC236}">
                <a16:creationId xmlns:a16="http://schemas.microsoft.com/office/drawing/2014/main" id="{0BB20ACE-3687-2EA1-366B-A180234E6B1B}"/>
              </a:ext>
            </a:extLst>
          </p:cNvPr>
          <p:cNvSpPr txBox="1">
            <a:spLocks/>
          </p:cNvSpPr>
          <p:nvPr/>
        </p:nvSpPr>
        <p:spPr>
          <a:xfrm>
            <a:off x="719041" y="1165515"/>
            <a:ext cx="10427246" cy="329633"/>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900" dirty="0"/>
              <a:t>Get to know us, we’re honest, dedicated and relentless</a:t>
            </a:r>
          </a:p>
        </p:txBody>
      </p:sp>
      <p:sp>
        <p:nvSpPr>
          <p:cNvPr id="8" name="Text Placeholder 4">
            <a:extLst>
              <a:ext uri="{FF2B5EF4-FFF2-40B4-BE49-F238E27FC236}">
                <a16:creationId xmlns:a16="http://schemas.microsoft.com/office/drawing/2014/main" id="{0ABB8C73-4C42-162D-144F-CEE38D66CB89}"/>
              </a:ext>
            </a:extLst>
          </p:cNvPr>
          <p:cNvSpPr txBox="1">
            <a:spLocks/>
          </p:cNvSpPr>
          <p:nvPr/>
        </p:nvSpPr>
        <p:spPr>
          <a:xfrm>
            <a:off x="726019" y="1831496"/>
            <a:ext cx="7243126" cy="4904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What is Lorem Ipsum?</a:t>
            </a:r>
          </a:p>
        </p:txBody>
      </p:sp>
      <p:sp>
        <p:nvSpPr>
          <p:cNvPr id="9" name="Text Placeholder 5">
            <a:extLst>
              <a:ext uri="{FF2B5EF4-FFF2-40B4-BE49-F238E27FC236}">
                <a16:creationId xmlns:a16="http://schemas.microsoft.com/office/drawing/2014/main" id="{76675011-5D57-06A7-374A-327B06A215F8}"/>
              </a:ext>
            </a:extLst>
          </p:cNvPr>
          <p:cNvSpPr txBox="1">
            <a:spLocks/>
          </p:cNvSpPr>
          <p:nvPr/>
        </p:nvSpPr>
        <p:spPr>
          <a:xfrm>
            <a:off x="726018" y="2290509"/>
            <a:ext cx="8049992" cy="371999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Lorem Ipsum is simply dummy text of the printing and typesetting industry. Lorem Ipsum has been the industry's standard dummy text ever since the 1500s,</a:t>
            </a:r>
          </a:p>
          <a:p>
            <a:pPr lvl="1"/>
            <a:r>
              <a:rPr lang="en-US" sz="1600" dirty="0"/>
              <a:t>Lorem Ipsum is simply dummy text of the printing and typesetting industry. Lorem Ipsum has been the industry's standard dummy text ever since the 1500s,</a:t>
            </a:r>
          </a:p>
          <a:p>
            <a:pPr lvl="1"/>
            <a:r>
              <a:rPr lang="en-US" sz="1600" dirty="0"/>
              <a:t>Lorem Ipsum is simply dummy text of the printing and typesetting industry. Lorem Ipsum has been the industry's standard dummy text ever since the 1500s.</a:t>
            </a:r>
          </a:p>
          <a:p>
            <a:r>
              <a:rPr lang="en-US" sz="1600" dirty="0"/>
              <a:t>Lorem Ipsum is simply dummy text of the printing and typesetting industry. Lorem Ipsum has been the industry's standard dummy text ever since the 1500s,</a:t>
            </a:r>
          </a:p>
          <a:p>
            <a:r>
              <a:rPr lang="en-US" sz="1600" dirty="0"/>
              <a:t>Lorem Ipsum is simply dummy text of the printing and typesetting industry. Lorem Ipsum has been the industry's standard dummy text ever since the 1500s,</a:t>
            </a:r>
          </a:p>
          <a:p>
            <a:r>
              <a:rPr lang="en-US" sz="1600" dirty="0"/>
              <a:t>Lorem Ipsum is simply dummy text of the printing and typesetting industry. Lorem Ipsum has been the industry's standard dummy text ever since the 1500s,</a:t>
            </a:r>
          </a:p>
        </p:txBody>
      </p:sp>
      <p:cxnSp>
        <p:nvCxnSpPr>
          <p:cNvPr id="10" name="Straight Connector 9">
            <a:extLst>
              <a:ext uri="{FF2B5EF4-FFF2-40B4-BE49-F238E27FC236}">
                <a16:creationId xmlns:a16="http://schemas.microsoft.com/office/drawing/2014/main" id="{883A58E0-F6D6-062A-4BB6-41B2DB9D2ABD}"/>
              </a:ext>
            </a:extLst>
          </p:cNvPr>
          <p:cNvCxnSpPr/>
          <p:nvPr/>
        </p:nvCxnSpPr>
        <p:spPr>
          <a:xfrm flipH="1">
            <a:off x="824218" y="1627896"/>
            <a:ext cx="449580" cy="0"/>
          </a:xfrm>
          <a:prstGeom prst="line">
            <a:avLst/>
          </a:prstGeom>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330344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fld id="{FCA239EA-F1FD-4C8D-8363-19B4042F821C}" type="slidenum">
              <a:rPr lang="en-US" smtClean="0"/>
              <a:pPr/>
              <a:t>15</a:t>
            </a:fld>
            <a:endParaRPr lang="en-US" dirty="0"/>
          </a:p>
        </p:txBody>
      </p:sp>
      <p:sp>
        <p:nvSpPr>
          <p:cNvPr id="3" name="Title 2"/>
          <p:cNvSpPr>
            <a:spLocks noGrp="1"/>
          </p:cNvSpPr>
          <p:nvPr>
            <p:ph type="title"/>
          </p:nvPr>
        </p:nvSpPr>
        <p:spPr>
          <a:xfrm>
            <a:off x="480982" y="713361"/>
            <a:ext cx="6207053" cy="1540043"/>
          </a:xfrm>
        </p:spPr>
        <p:txBody>
          <a:bodyPr/>
          <a:lstStyle/>
          <a:p>
            <a:r>
              <a:rPr lang="en-US" dirty="0">
                <a:solidFill>
                  <a:schemeClr val="accent1"/>
                </a:solidFill>
              </a:rPr>
              <a:t>2-COLUMNS WITH </a:t>
            </a:r>
            <a:r>
              <a:rPr lang="en-US" dirty="0">
                <a:solidFill>
                  <a:schemeClr val="accent2"/>
                </a:solidFill>
              </a:rPr>
              <a:t>HEADER &amp; TEXT AREAS</a:t>
            </a:r>
          </a:p>
        </p:txBody>
      </p:sp>
      <p:sp>
        <p:nvSpPr>
          <p:cNvPr id="4" name="Text Placeholder 3"/>
          <p:cNvSpPr>
            <a:spLocks noGrp="1"/>
          </p:cNvSpPr>
          <p:nvPr>
            <p:ph type="body" sz="quarter" idx="20"/>
          </p:nvPr>
        </p:nvSpPr>
        <p:spPr>
          <a:xfrm>
            <a:off x="526327" y="2565624"/>
            <a:ext cx="5281078" cy="3233298"/>
          </a:xfrm>
        </p:spPr>
        <p:txBody>
          <a:bodyPr>
            <a:normAutofit fontScale="77500" lnSpcReduction="20000"/>
          </a:bodyPr>
          <a:lstStyle/>
          <a:p>
            <a:r>
              <a:rPr lang="en-US" dirty="0"/>
              <a:t>Lorem Ipsum is simply dummy text of the printing and typesetting industry. Lorem Ipsum has been the industry's standard dummy text ever since the 1500s,</a:t>
            </a:r>
          </a:p>
          <a:p>
            <a:pPr lvl="1"/>
            <a:r>
              <a:rPr lang="en-US" dirty="0"/>
              <a:t>Lorem Ipsum is simply dummy text of the printing and</a:t>
            </a:r>
            <a:br>
              <a:rPr lang="en-US" dirty="0"/>
            </a:br>
            <a:r>
              <a:rPr lang="en-US" dirty="0"/>
              <a:t>typesetting industry.</a:t>
            </a:r>
          </a:p>
          <a:p>
            <a:pPr lvl="1"/>
            <a:r>
              <a:rPr lang="en-US" dirty="0"/>
              <a:t>Lorem Ipsum is simply dummy text of the printing and </a:t>
            </a:r>
            <a:br>
              <a:rPr lang="en-US" dirty="0"/>
            </a:br>
            <a:r>
              <a:rPr lang="en-US" dirty="0"/>
              <a:t>typesetting industry.</a:t>
            </a:r>
          </a:p>
          <a:p>
            <a:r>
              <a:rPr lang="en-US" dirty="0"/>
              <a:t>Lorem Ipsum is simply dummy text of the printing and typesetting industry. Lorem Ipsum has been the industry's standard dummy text ever since the 1500s,</a:t>
            </a:r>
          </a:p>
          <a:p>
            <a:r>
              <a:rPr lang="en-US" dirty="0"/>
              <a:t>Lorem Ipsum is simply dummy text of the printing and typesetting industry. Lorem Ipsum has been the industry's standard dummy text ever since the 1500s,</a:t>
            </a:r>
          </a:p>
        </p:txBody>
      </p:sp>
      <p:sp>
        <p:nvSpPr>
          <p:cNvPr id="5" name="Text Placeholder 4"/>
          <p:cNvSpPr>
            <a:spLocks noGrp="1"/>
          </p:cNvSpPr>
          <p:nvPr>
            <p:ph type="body" sz="quarter" idx="21"/>
          </p:nvPr>
        </p:nvSpPr>
        <p:spPr>
          <a:xfrm>
            <a:off x="7507705" y="1414105"/>
            <a:ext cx="4101238" cy="406405"/>
          </a:xfrm>
        </p:spPr>
        <p:txBody>
          <a:bodyPr/>
          <a:lstStyle/>
          <a:p>
            <a:r>
              <a:rPr lang="en-US" dirty="0"/>
              <a:t>What is Lorem Ipsum?</a:t>
            </a:r>
          </a:p>
        </p:txBody>
      </p:sp>
      <p:sp>
        <p:nvSpPr>
          <p:cNvPr id="6" name="Text Placeholder 5"/>
          <p:cNvSpPr>
            <a:spLocks noGrp="1"/>
          </p:cNvSpPr>
          <p:nvPr>
            <p:ph type="body" sz="quarter" idx="22"/>
          </p:nvPr>
        </p:nvSpPr>
        <p:spPr>
          <a:xfrm>
            <a:off x="7507705" y="1873119"/>
            <a:ext cx="4101238" cy="4041544"/>
          </a:xfrm>
        </p:spPr>
        <p:txBody>
          <a:bodyPr>
            <a:normAutofit fontScale="70000" lnSpcReduction="20000"/>
          </a:bodyPr>
          <a:lstStyle/>
          <a:p>
            <a:r>
              <a:rPr lang="en-US" dirty="0"/>
              <a:t>Lorem Ipsum is simply dummy text of the printing and typesetting industry. Lorem Ipsum has been the industry's standard dummy text ever since the 1500s,</a:t>
            </a:r>
          </a:p>
          <a:p>
            <a:pPr lvl="1"/>
            <a:r>
              <a:rPr lang="en-US" dirty="0"/>
              <a:t>Lorem Ipsum is simply dummy text of the </a:t>
            </a:r>
            <a:br>
              <a:rPr lang="en-US" dirty="0"/>
            </a:br>
            <a:r>
              <a:rPr lang="en-US" dirty="0"/>
              <a:t>printing and typesetting industry.</a:t>
            </a:r>
          </a:p>
          <a:p>
            <a:pPr lvl="1"/>
            <a:r>
              <a:rPr lang="en-US" dirty="0"/>
              <a:t>Lorem Ipsum is simply dummy text of the </a:t>
            </a:r>
            <a:br>
              <a:rPr lang="en-US" dirty="0"/>
            </a:br>
            <a:r>
              <a:rPr lang="en-US" dirty="0"/>
              <a:t>printing and typesetting industry.</a:t>
            </a:r>
          </a:p>
          <a:p>
            <a:r>
              <a:rPr lang="en-US" dirty="0"/>
              <a:t>Lorem Ipsum is simply dummy text of the printing and typesetting industry. Lorem Ipsum has been the industry's standard dummy text ever since the 1500s,</a:t>
            </a:r>
          </a:p>
          <a:p>
            <a:r>
              <a:rPr lang="en-US" dirty="0"/>
              <a:t>Lorem Ipsum is simply dummy text of the printing and typesetting industry. Lorem Ipsum has been the industry's standard dummy text ever since the 1500s,</a:t>
            </a:r>
          </a:p>
        </p:txBody>
      </p:sp>
      <p:cxnSp>
        <p:nvCxnSpPr>
          <p:cNvPr id="7" name="Straight Connector 6"/>
          <p:cNvCxnSpPr/>
          <p:nvPr/>
        </p:nvCxnSpPr>
        <p:spPr>
          <a:xfrm flipH="1">
            <a:off x="611839" y="2273657"/>
            <a:ext cx="449580"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8381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D1FC5-B5F5-5F25-96AD-853632AB4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24124-F577-5E65-CD20-3C737BD520A1}"/>
              </a:ext>
            </a:extLst>
          </p:cNvPr>
          <p:cNvSpPr>
            <a:spLocks noGrp="1"/>
          </p:cNvSpPr>
          <p:nvPr>
            <p:ph type="title"/>
          </p:nvPr>
        </p:nvSpPr>
        <p:spPr>
          <a:xfrm>
            <a:off x="838200" y="597635"/>
            <a:ext cx="10515600" cy="779304"/>
          </a:xfrm>
        </p:spPr>
        <p:txBody>
          <a:bodyPr/>
          <a:lstStyle/>
          <a:p>
            <a:r>
              <a:rPr lang="en-US" sz="4400" dirty="0">
                <a:solidFill>
                  <a:schemeClr val="accent1"/>
                </a:solidFill>
              </a:rPr>
              <a:t>3 COLUMNS </a:t>
            </a:r>
            <a:r>
              <a:rPr lang="en-US" sz="4400" dirty="0">
                <a:solidFill>
                  <a:schemeClr val="accent2"/>
                </a:solidFill>
              </a:rPr>
              <a:t>TEXT SLIDE</a:t>
            </a:r>
          </a:p>
        </p:txBody>
      </p:sp>
      <p:sp>
        <p:nvSpPr>
          <p:cNvPr id="3" name="Text Placeholder 2">
            <a:extLst>
              <a:ext uri="{FF2B5EF4-FFF2-40B4-BE49-F238E27FC236}">
                <a16:creationId xmlns:a16="http://schemas.microsoft.com/office/drawing/2014/main" id="{6CAA34F3-0032-08C9-7EBE-4D390FF1AB7C}"/>
              </a:ext>
            </a:extLst>
          </p:cNvPr>
          <p:cNvSpPr>
            <a:spLocks noGrp="1"/>
          </p:cNvSpPr>
          <p:nvPr>
            <p:ph type="body" sz="quarter" idx="13"/>
          </p:nvPr>
        </p:nvSpPr>
        <p:spPr>
          <a:xfrm>
            <a:off x="813282" y="1366052"/>
            <a:ext cx="10515600" cy="309335"/>
          </a:xfrm>
        </p:spPr>
        <p:txBody>
          <a:bodyPr/>
          <a:lstStyle/>
          <a:p>
            <a:r>
              <a:rPr lang="en-US" dirty="0"/>
              <a:t>Get to know us, we’re honest, dedicated and relentless</a:t>
            </a:r>
          </a:p>
          <a:p>
            <a:endParaRPr lang="en-US" dirty="0"/>
          </a:p>
        </p:txBody>
      </p:sp>
      <p:sp>
        <p:nvSpPr>
          <p:cNvPr id="4" name="Slide Number Placeholder 3">
            <a:extLst>
              <a:ext uri="{FF2B5EF4-FFF2-40B4-BE49-F238E27FC236}">
                <a16:creationId xmlns:a16="http://schemas.microsoft.com/office/drawing/2014/main" id="{784D333E-7596-F75F-6BFE-FF26C3F7DC4B}"/>
              </a:ext>
            </a:extLst>
          </p:cNvPr>
          <p:cNvSpPr>
            <a:spLocks noGrp="1"/>
          </p:cNvSpPr>
          <p:nvPr>
            <p:ph type="sldNum" sz="quarter" idx="14"/>
          </p:nvPr>
        </p:nvSpPr>
        <p:spPr>
          <a:xfrm>
            <a:off x="11608943" y="6435152"/>
            <a:ext cx="527558"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5" name="Straight Connector 4">
            <a:extLst>
              <a:ext uri="{FF2B5EF4-FFF2-40B4-BE49-F238E27FC236}">
                <a16:creationId xmlns:a16="http://schemas.microsoft.com/office/drawing/2014/main" id="{E8A2179D-1008-BDA2-0C90-3A9E2F115D6B}"/>
              </a:ext>
            </a:extLst>
          </p:cNvPr>
          <p:cNvCxnSpPr/>
          <p:nvPr/>
        </p:nvCxnSpPr>
        <p:spPr>
          <a:xfrm flipH="1">
            <a:off x="3376893" y="152071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FD7654E-7111-FBD4-CE57-67A4C97EC3AB}"/>
              </a:ext>
            </a:extLst>
          </p:cNvPr>
          <p:cNvCxnSpPr/>
          <p:nvPr/>
        </p:nvCxnSpPr>
        <p:spPr>
          <a:xfrm flipH="1">
            <a:off x="8395933" y="152071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53469CD9-89E8-8B2F-BEA7-C860EA132FE6}"/>
              </a:ext>
            </a:extLst>
          </p:cNvPr>
          <p:cNvGrpSpPr/>
          <p:nvPr/>
        </p:nvGrpSpPr>
        <p:grpSpPr>
          <a:xfrm>
            <a:off x="555927" y="2465506"/>
            <a:ext cx="11053016" cy="3097705"/>
            <a:chOff x="555927" y="2191186"/>
            <a:chExt cx="11053016" cy="3097705"/>
          </a:xfrm>
        </p:grpSpPr>
        <p:grpSp>
          <p:nvGrpSpPr>
            <p:cNvPr id="24" name="Group 23">
              <a:extLst>
                <a:ext uri="{FF2B5EF4-FFF2-40B4-BE49-F238E27FC236}">
                  <a16:creationId xmlns:a16="http://schemas.microsoft.com/office/drawing/2014/main" id="{8539651A-EC1E-30A9-23D8-C92DC2F28F6E}"/>
                </a:ext>
              </a:extLst>
            </p:cNvPr>
            <p:cNvGrpSpPr/>
            <p:nvPr/>
          </p:nvGrpSpPr>
          <p:grpSpPr>
            <a:xfrm>
              <a:off x="555927" y="2191186"/>
              <a:ext cx="11053016" cy="3097705"/>
              <a:chOff x="544573" y="2098588"/>
              <a:chExt cx="11053016" cy="3097705"/>
            </a:xfrm>
          </p:grpSpPr>
          <p:cxnSp>
            <p:nvCxnSpPr>
              <p:cNvPr id="10" name="Straight Connector 9">
                <a:extLst>
                  <a:ext uri="{FF2B5EF4-FFF2-40B4-BE49-F238E27FC236}">
                    <a16:creationId xmlns:a16="http://schemas.microsoft.com/office/drawing/2014/main" id="{7176B42D-F1E5-A105-A1BF-5C2F3531B9A3}"/>
                  </a:ext>
                </a:extLst>
              </p:cNvPr>
              <p:cNvCxnSpPr/>
              <p:nvPr/>
            </p:nvCxnSpPr>
            <p:spPr>
              <a:xfrm>
                <a:off x="4062074" y="2164080"/>
                <a:ext cx="0" cy="303221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FE38DEC-B0AB-5D7D-5284-C5333CC0292F}"/>
                  </a:ext>
                </a:extLst>
              </p:cNvPr>
              <p:cNvGrpSpPr/>
              <p:nvPr/>
            </p:nvGrpSpPr>
            <p:grpSpPr>
              <a:xfrm>
                <a:off x="544573" y="2098588"/>
                <a:ext cx="3016988" cy="3097705"/>
                <a:chOff x="615212" y="2187037"/>
                <a:chExt cx="3016988" cy="3097705"/>
              </a:xfrm>
            </p:grpSpPr>
            <p:sp>
              <p:nvSpPr>
                <p:cNvPr id="8" name="Oval 7">
                  <a:extLst>
                    <a:ext uri="{FF2B5EF4-FFF2-40B4-BE49-F238E27FC236}">
                      <a16:creationId xmlns:a16="http://schemas.microsoft.com/office/drawing/2014/main" id="{EC7A4116-CAE5-FBB5-6DE2-BEF3A08C3E52}"/>
                    </a:ext>
                  </a:extLst>
                </p:cNvPr>
                <p:cNvSpPr/>
                <p:nvPr/>
              </p:nvSpPr>
              <p:spPr>
                <a:xfrm>
                  <a:off x="1229637" y="2187037"/>
                  <a:ext cx="1788138" cy="1788138"/>
                </a:xfrm>
                <a:prstGeom prst="ellipse">
                  <a:avLst/>
                </a:prstGeom>
                <a:solidFill>
                  <a:srgbClr val="0074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2" name="TextBox 11">
                  <a:extLst>
                    <a:ext uri="{FF2B5EF4-FFF2-40B4-BE49-F238E27FC236}">
                      <a16:creationId xmlns:a16="http://schemas.microsoft.com/office/drawing/2014/main" id="{5B115A2D-5EBD-BE50-8728-203E930AAE25}"/>
                    </a:ext>
                  </a:extLst>
                </p:cNvPr>
                <p:cNvSpPr txBox="1"/>
                <p:nvPr/>
              </p:nvSpPr>
              <p:spPr>
                <a:xfrm>
                  <a:off x="712482" y="4115191"/>
                  <a:ext cx="28224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1</a:t>
                  </a:r>
                  <a:r>
                    <a:rPr kumimoji="0" lang="en-US" sz="1600" b="0" i="0" u="none" strike="noStrike" kern="1200" cap="none" spc="0" normalizeH="0" baseline="30000" noProof="0" dirty="0">
                      <a:ln>
                        <a:noFill/>
                      </a:ln>
                      <a:solidFill>
                        <a:prstClr val="black"/>
                      </a:solidFill>
                      <a:effectLst/>
                      <a:uLnTx/>
                      <a:uFillTx/>
                      <a:latin typeface="Segoe UI Semibold"/>
                      <a:ea typeface="+mn-ea"/>
                      <a:cs typeface="+mn-cs"/>
                    </a:rPr>
                    <a:t>st</a:t>
                  </a: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 Column </a:t>
                  </a:r>
                </a:p>
              </p:txBody>
            </p:sp>
            <p:sp>
              <p:nvSpPr>
                <p:cNvPr id="13" name="TextBox 12">
                  <a:extLst>
                    <a:ext uri="{FF2B5EF4-FFF2-40B4-BE49-F238E27FC236}">
                      <a16:creationId xmlns:a16="http://schemas.microsoft.com/office/drawing/2014/main" id="{60AB46D2-8033-4F87-C4A6-4241A52C1DB9}"/>
                    </a:ext>
                  </a:extLst>
                </p:cNvPr>
                <p:cNvSpPr txBox="1"/>
                <p:nvPr/>
              </p:nvSpPr>
              <p:spPr>
                <a:xfrm>
                  <a:off x="615212" y="4453745"/>
                  <a:ext cx="301698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nvGrpSpPr>
              <p:cNvPr id="15" name="Group 14">
                <a:extLst>
                  <a:ext uri="{FF2B5EF4-FFF2-40B4-BE49-F238E27FC236}">
                    <a16:creationId xmlns:a16="http://schemas.microsoft.com/office/drawing/2014/main" id="{8EEDBFFA-9D7A-D634-4A32-E1B291E04B77}"/>
                  </a:ext>
                </a:extLst>
              </p:cNvPr>
              <p:cNvGrpSpPr/>
              <p:nvPr/>
            </p:nvGrpSpPr>
            <p:grpSpPr>
              <a:xfrm>
                <a:off x="4562587" y="2098588"/>
                <a:ext cx="3016988" cy="3097705"/>
                <a:chOff x="615212" y="2187037"/>
                <a:chExt cx="3016988" cy="3097705"/>
              </a:xfrm>
            </p:grpSpPr>
            <p:sp>
              <p:nvSpPr>
                <p:cNvPr id="16" name="Oval 15">
                  <a:extLst>
                    <a:ext uri="{FF2B5EF4-FFF2-40B4-BE49-F238E27FC236}">
                      <a16:creationId xmlns:a16="http://schemas.microsoft.com/office/drawing/2014/main" id="{0F222E91-040D-AB20-B377-82AA05720122}"/>
                    </a:ext>
                  </a:extLst>
                </p:cNvPr>
                <p:cNvSpPr/>
                <p:nvPr/>
              </p:nvSpPr>
              <p:spPr>
                <a:xfrm>
                  <a:off x="1229637" y="2187037"/>
                  <a:ext cx="1788138" cy="1788138"/>
                </a:xfrm>
                <a:prstGeom prst="ellipse">
                  <a:avLst/>
                </a:prstGeom>
                <a:solidFill>
                  <a:srgbClr val="1932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7" name="TextBox 16">
                  <a:extLst>
                    <a:ext uri="{FF2B5EF4-FFF2-40B4-BE49-F238E27FC236}">
                      <a16:creationId xmlns:a16="http://schemas.microsoft.com/office/drawing/2014/main" id="{80233539-D4A8-763A-7605-990D09F27F8C}"/>
                    </a:ext>
                  </a:extLst>
                </p:cNvPr>
                <p:cNvSpPr txBox="1"/>
                <p:nvPr/>
              </p:nvSpPr>
              <p:spPr>
                <a:xfrm>
                  <a:off x="712482" y="4115191"/>
                  <a:ext cx="28224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2</a:t>
                  </a:r>
                  <a:r>
                    <a:rPr kumimoji="0" lang="en-US" sz="1600" b="0" i="0" u="none" strike="noStrike" kern="1200" cap="none" spc="0" normalizeH="0" baseline="30000" noProof="0" dirty="0">
                      <a:ln>
                        <a:noFill/>
                      </a:ln>
                      <a:solidFill>
                        <a:prstClr val="black"/>
                      </a:solidFill>
                      <a:effectLst/>
                      <a:uLnTx/>
                      <a:uFillTx/>
                      <a:latin typeface="Segoe UI Semibold"/>
                      <a:ea typeface="+mn-ea"/>
                      <a:cs typeface="+mn-cs"/>
                    </a:rPr>
                    <a:t>nd</a:t>
                  </a: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 Column </a:t>
                  </a:r>
                </a:p>
              </p:txBody>
            </p:sp>
            <p:sp>
              <p:nvSpPr>
                <p:cNvPr id="18" name="TextBox 17">
                  <a:extLst>
                    <a:ext uri="{FF2B5EF4-FFF2-40B4-BE49-F238E27FC236}">
                      <a16:creationId xmlns:a16="http://schemas.microsoft.com/office/drawing/2014/main" id="{9F68E9C0-C8A8-92E2-D11E-3F2692814765}"/>
                    </a:ext>
                  </a:extLst>
                </p:cNvPr>
                <p:cNvSpPr txBox="1"/>
                <p:nvPr/>
              </p:nvSpPr>
              <p:spPr>
                <a:xfrm>
                  <a:off x="615212" y="4453745"/>
                  <a:ext cx="301698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cxnSp>
            <p:nvCxnSpPr>
              <p:cNvPr id="19" name="Straight Connector 18">
                <a:extLst>
                  <a:ext uri="{FF2B5EF4-FFF2-40B4-BE49-F238E27FC236}">
                    <a16:creationId xmlns:a16="http://schemas.microsoft.com/office/drawing/2014/main" id="{39A6BEF6-A3DB-EFF2-080C-72C07D632191}"/>
                  </a:ext>
                </a:extLst>
              </p:cNvPr>
              <p:cNvCxnSpPr/>
              <p:nvPr/>
            </p:nvCxnSpPr>
            <p:spPr>
              <a:xfrm>
                <a:off x="8080088" y="2164080"/>
                <a:ext cx="0" cy="303221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D22E571C-633F-5BDC-B0FB-4588B0C5B323}"/>
                  </a:ext>
                </a:extLst>
              </p:cNvPr>
              <p:cNvGrpSpPr/>
              <p:nvPr/>
            </p:nvGrpSpPr>
            <p:grpSpPr>
              <a:xfrm>
                <a:off x="8580601" y="2098588"/>
                <a:ext cx="3016988" cy="3097705"/>
                <a:chOff x="615212" y="2187037"/>
                <a:chExt cx="3016988" cy="3097705"/>
              </a:xfrm>
            </p:grpSpPr>
            <p:sp>
              <p:nvSpPr>
                <p:cNvPr id="21" name="Oval 20">
                  <a:extLst>
                    <a:ext uri="{FF2B5EF4-FFF2-40B4-BE49-F238E27FC236}">
                      <a16:creationId xmlns:a16="http://schemas.microsoft.com/office/drawing/2014/main" id="{4D3F8AB9-BB39-822D-6C63-75D56474A5F3}"/>
                    </a:ext>
                  </a:extLst>
                </p:cNvPr>
                <p:cNvSpPr/>
                <p:nvPr/>
              </p:nvSpPr>
              <p:spPr>
                <a:xfrm>
                  <a:off x="1229637" y="2187037"/>
                  <a:ext cx="1788138" cy="1788138"/>
                </a:xfrm>
                <a:prstGeom prst="ellipse">
                  <a:avLst/>
                </a:prstGeom>
                <a:solidFill>
                  <a:srgbClr val="F4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B4D050E7-9C5C-5230-9C1C-2E8B6D578902}"/>
                    </a:ext>
                  </a:extLst>
                </p:cNvPr>
                <p:cNvSpPr txBox="1"/>
                <p:nvPr/>
              </p:nvSpPr>
              <p:spPr>
                <a:xfrm>
                  <a:off x="712482" y="4115191"/>
                  <a:ext cx="28224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3</a:t>
                  </a:r>
                  <a:r>
                    <a:rPr kumimoji="0" lang="en-US" sz="1600" b="0" i="0" u="none" strike="noStrike" kern="1200" cap="none" spc="0" normalizeH="0" baseline="30000" noProof="0" dirty="0">
                      <a:ln>
                        <a:noFill/>
                      </a:ln>
                      <a:solidFill>
                        <a:prstClr val="black"/>
                      </a:solidFill>
                      <a:effectLst/>
                      <a:uLnTx/>
                      <a:uFillTx/>
                      <a:latin typeface="Segoe UI Semibold"/>
                      <a:ea typeface="+mn-ea"/>
                      <a:cs typeface="+mn-cs"/>
                    </a:rPr>
                    <a:t>rd</a:t>
                  </a: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 Column </a:t>
                  </a:r>
                </a:p>
              </p:txBody>
            </p:sp>
            <p:sp>
              <p:nvSpPr>
                <p:cNvPr id="23" name="TextBox 22">
                  <a:extLst>
                    <a:ext uri="{FF2B5EF4-FFF2-40B4-BE49-F238E27FC236}">
                      <a16:creationId xmlns:a16="http://schemas.microsoft.com/office/drawing/2014/main" id="{DCF5A5A7-CC98-4774-7A87-BBBAED69DB0D}"/>
                    </a:ext>
                  </a:extLst>
                </p:cNvPr>
                <p:cNvSpPr txBox="1"/>
                <p:nvPr/>
              </p:nvSpPr>
              <p:spPr>
                <a:xfrm>
                  <a:off x="615212" y="4453745"/>
                  <a:ext cx="301698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grpSp>
          <p:nvGrpSpPr>
            <p:cNvPr id="25" name="Shape 401">
              <a:extLst>
                <a:ext uri="{FF2B5EF4-FFF2-40B4-BE49-F238E27FC236}">
                  <a16:creationId xmlns:a16="http://schemas.microsoft.com/office/drawing/2014/main" id="{1473A337-370F-1259-C29B-582DC51C7FD6}"/>
                </a:ext>
              </a:extLst>
            </p:cNvPr>
            <p:cNvGrpSpPr/>
            <p:nvPr/>
          </p:nvGrpSpPr>
          <p:grpSpPr>
            <a:xfrm>
              <a:off x="1654722" y="2675555"/>
              <a:ext cx="819399" cy="819399"/>
              <a:chOff x="2594325" y="1627175"/>
              <a:chExt cx="440850" cy="440850"/>
            </a:xfrm>
          </p:grpSpPr>
          <p:sp>
            <p:nvSpPr>
              <p:cNvPr id="26" name="Shape 402">
                <a:extLst>
                  <a:ext uri="{FF2B5EF4-FFF2-40B4-BE49-F238E27FC236}">
                    <a16:creationId xmlns:a16="http://schemas.microsoft.com/office/drawing/2014/main" id="{4D3BA3A8-4EFB-CA2A-633B-82A7941630B8}"/>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27" name="Shape 403">
                <a:extLst>
                  <a:ext uri="{FF2B5EF4-FFF2-40B4-BE49-F238E27FC236}">
                    <a16:creationId xmlns:a16="http://schemas.microsoft.com/office/drawing/2014/main" id="{5302544B-420A-04C6-CE97-E9E45F74A367}"/>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28" name="Shape 404">
                <a:extLst>
                  <a:ext uri="{FF2B5EF4-FFF2-40B4-BE49-F238E27FC236}">
                    <a16:creationId xmlns:a16="http://schemas.microsoft.com/office/drawing/2014/main" id="{19308635-0AEB-0DD1-FC9A-C8AFB3BB1427}"/>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29" name="Shape 401">
              <a:extLst>
                <a:ext uri="{FF2B5EF4-FFF2-40B4-BE49-F238E27FC236}">
                  <a16:creationId xmlns:a16="http://schemas.microsoft.com/office/drawing/2014/main" id="{1F3681A0-8BD5-417E-DB69-FB3DF79C1ABD}"/>
                </a:ext>
              </a:extLst>
            </p:cNvPr>
            <p:cNvGrpSpPr/>
            <p:nvPr/>
          </p:nvGrpSpPr>
          <p:grpSpPr>
            <a:xfrm>
              <a:off x="5672736" y="2675555"/>
              <a:ext cx="819399" cy="819399"/>
              <a:chOff x="2594325" y="1627175"/>
              <a:chExt cx="440850" cy="440850"/>
            </a:xfrm>
          </p:grpSpPr>
          <p:sp>
            <p:nvSpPr>
              <p:cNvPr id="30" name="Shape 402">
                <a:extLst>
                  <a:ext uri="{FF2B5EF4-FFF2-40B4-BE49-F238E27FC236}">
                    <a16:creationId xmlns:a16="http://schemas.microsoft.com/office/drawing/2014/main" id="{F448E9C7-C5FD-8168-5D1A-683AF19220CB}"/>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31" name="Shape 403">
                <a:extLst>
                  <a:ext uri="{FF2B5EF4-FFF2-40B4-BE49-F238E27FC236}">
                    <a16:creationId xmlns:a16="http://schemas.microsoft.com/office/drawing/2014/main" id="{C1C81908-22BC-52F5-14A8-274948A05F64}"/>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32" name="Shape 404">
                <a:extLst>
                  <a:ext uri="{FF2B5EF4-FFF2-40B4-BE49-F238E27FC236}">
                    <a16:creationId xmlns:a16="http://schemas.microsoft.com/office/drawing/2014/main" id="{5198D433-4A30-9E2B-E5A2-523804EE3B06}"/>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33" name="Shape 401">
              <a:extLst>
                <a:ext uri="{FF2B5EF4-FFF2-40B4-BE49-F238E27FC236}">
                  <a16:creationId xmlns:a16="http://schemas.microsoft.com/office/drawing/2014/main" id="{3E230F1C-1939-BB7B-5B86-A207A885D6D5}"/>
                </a:ext>
              </a:extLst>
            </p:cNvPr>
            <p:cNvGrpSpPr/>
            <p:nvPr/>
          </p:nvGrpSpPr>
          <p:grpSpPr>
            <a:xfrm>
              <a:off x="9690749" y="2675555"/>
              <a:ext cx="819399" cy="819399"/>
              <a:chOff x="2594325" y="1627175"/>
              <a:chExt cx="440850" cy="440850"/>
            </a:xfrm>
          </p:grpSpPr>
          <p:sp>
            <p:nvSpPr>
              <p:cNvPr id="34" name="Shape 402">
                <a:extLst>
                  <a:ext uri="{FF2B5EF4-FFF2-40B4-BE49-F238E27FC236}">
                    <a16:creationId xmlns:a16="http://schemas.microsoft.com/office/drawing/2014/main" id="{2D2549D3-530C-E7A4-098B-8F746368C9E9}"/>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35" name="Shape 403">
                <a:extLst>
                  <a:ext uri="{FF2B5EF4-FFF2-40B4-BE49-F238E27FC236}">
                    <a16:creationId xmlns:a16="http://schemas.microsoft.com/office/drawing/2014/main" id="{44E11878-E7FB-D650-BFC1-5A562C9DCF0C}"/>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36" name="Shape 404">
                <a:extLst>
                  <a:ext uri="{FF2B5EF4-FFF2-40B4-BE49-F238E27FC236}">
                    <a16:creationId xmlns:a16="http://schemas.microsoft.com/office/drawing/2014/main" id="{BB69D9E0-3926-FD72-5E85-E7247204A0BF}"/>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grpSp>
      </p:grpSp>
    </p:spTree>
    <p:extLst>
      <p:ext uri="{BB962C8B-B14F-4D97-AF65-F5344CB8AC3E}">
        <p14:creationId xmlns:p14="http://schemas.microsoft.com/office/powerpoint/2010/main" val="2479428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5F1B50-B131-50A8-6380-A7A3BD4E4E2A}"/>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Title 1">
            <a:extLst>
              <a:ext uri="{FF2B5EF4-FFF2-40B4-BE49-F238E27FC236}">
                <a16:creationId xmlns:a16="http://schemas.microsoft.com/office/drawing/2014/main" id="{DA0AB7D5-B307-4F63-F375-AD5C8F378238}"/>
              </a:ext>
            </a:extLst>
          </p:cNvPr>
          <p:cNvSpPr>
            <a:spLocks noGrp="1"/>
          </p:cNvSpPr>
          <p:nvPr>
            <p:ph type="title"/>
          </p:nvPr>
        </p:nvSpPr>
        <p:spPr>
          <a:xfrm>
            <a:off x="838200" y="597635"/>
            <a:ext cx="10515600" cy="779304"/>
          </a:xfrm>
        </p:spPr>
        <p:txBody>
          <a:bodyPr/>
          <a:lstStyle/>
          <a:p>
            <a:r>
              <a:rPr lang="en-US" sz="4400" dirty="0">
                <a:solidFill>
                  <a:srgbClr val="F2C810"/>
                </a:solidFill>
              </a:rPr>
              <a:t>3 COLUMNS </a:t>
            </a:r>
            <a:r>
              <a:rPr lang="en-US" sz="4400" dirty="0">
                <a:solidFill>
                  <a:schemeClr val="bg1"/>
                </a:solidFill>
              </a:rPr>
              <a:t>TEXT SLIDE</a:t>
            </a:r>
          </a:p>
        </p:txBody>
      </p:sp>
      <p:sp>
        <p:nvSpPr>
          <p:cNvPr id="6" name="Text Placeholder 2">
            <a:extLst>
              <a:ext uri="{FF2B5EF4-FFF2-40B4-BE49-F238E27FC236}">
                <a16:creationId xmlns:a16="http://schemas.microsoft.com/office/drawing/2014/main" id="{59434C10-C117-6200-2B42-9D233AC89CE4}"/>
              </a:ext>
            </a:extLst>
          </p:cNvPr>
          <p:cNvSpPr>
            <a:spLocks noGrp="1"/>
          </p:cNvSpPr>
          <p:nvPr>
            <p:ph type="body" sz="quarter" idx="13"/>
          </p:nvPr>
        </p:nvSpPr>
        <p:spPr>
          <a:xfrm>
            <a:off x="813282" y="1366052"/>
            <a:ext cx="10515600" cy="309335"/>
          </a:xfrm>
        </p:spPr>
        <p:txBody>
          <a:bodyPr/>
          <a:lstStyle/>
          <a:p>
            <a:r>
              <a:rPr lang="en-US" dirty="0">
                <a:solidFill>
                  <a:schemeClr val="bg1"/>
                </a:solidFill>
              </a:rPr>
              <a:t>Get to know us, we’re honest, dedicated and relentless</a:t>
            </a:r>
          </a:p>
          <a:p>
            <a:endParaRPr lang="en-US" dirty="0">
              <a:solidFill>
                <a:schemeClr val="bg1"/>
              </a:solidFill>
            </a:endParaRPr>
          </a:p>
        </p:txBody>
      </p:sp>
      <p:cxnSp>
        <p:nvCxnSpPr>
          <p:cNvPr id="8" name="Straight Connector 7">
            <a:extLst>
              <a:ext uri="{FF2B5EF4-FFF2-40B4-BE49-F238E27FC236}">
                <a16:creationId xmlns:a16="http://schemas.microsoft.com/office/drawing/2014/main" id="{1AEE9327-D078-EEA3-78B8-5A0E9041F482}"/>
              </a:ext>
            </a:extLst>
          </p:cNvPr>
          <p:cNvCxnSpPr/>
          <p:nvPr/>
        </p:nvCxnSpPr>
        <p:spPr>
          <a:xfrm flipH="1">
            <a:off x="3376893" y="1520719"/>
            <a:ext cx="369337"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9" name="Straight Connector 8">
            <a:extLst>
              <a:ext uri="{FF2B5EF4-FFF2-40B4-BE49-F238E27FC236}">
                <a16:creationId xmlns:a16="http://schemas.microsoft.com/office/drawing/2014/main" id="{002069CA-4164-72C5-83B8-8BDB22DF6C93}"/>
              </a:ext>
            </a:extLst>
          </p:cNvPr>
          <p:cNvCxnSpPr/>
          <p:nvPr/>
        </p:nvCxnSpPr>
        <p:spPr>
          <a:xfrm flipH="1">
            <a:off x="8395933" y="1520719"/>
            <a:ext cx="369337" cy="0"/>
          </a:xfrm>
          <a:prstGeom prst="line">
            <a:avLst/>
          </a:prstGeom>
          <a:ln/>
        </p:spPr>
        <p:style>
          <a:lnRef idx="3">
            <a:schemeClr val="accent5"/>
          </a:lnRef>
          <a:fillRef idx="0">
            <a:schemeClr val="accent5"/>
          </a:fillRef>
          <a:effectRef idx="2">
            <a:schemeClr val="accent5"/>
          </a:effectRef>
          <a:fontRef idx="minor">
            <a:schemeClr val="tx1"/>
          </a:fontRef>
        </p:style>
      </p:cxnSp>
      <p:grpSp>
        <p:nvGrpSpPr>
          <p:cNvPr id="10" name="Group 9">
            <a:extLst>
              <a:ext uri="{FF2B5EF4-FFF2-40B4-BE49-F238E27FC236}">
                <a16:creationId xmlns:a16="http://schemas.microsoft.com/office/drawing/2014/main" id="{AAB66F3B-F13C-D82F-C680-CB610D8E81B4}"/>
              </a:ext>
            </a:extLst>
          </p:cNvPr>
          <p:cNvGrpSpPr/>
          <p:nvPr/>
        </p:nvGrpSpPr>
        <p:grpSpPr>
          <a:xfrm>
            <a:off x="555927" y="2465506"/>
            <a:ext cx="11053016" cy="3097705"/>
            <a:chOff x="555927" y="2191186"/>
            <a:chExt cx="11053016" cy="3097705"/>
          </a:xfrm>
        </p:grpSpPr>
        <p:grpSp>
          <p:nvGrpSpPr>
            <p:cNvPr id="11" name="Group 10">
              <a:extLst>
                <a:ext uri="{FF2B5EF4-FFF2-40B4-BE49-F238E27FC236}">
                  <a16:creationId xmlns:a16="http://schemas.microsoft.com/office/drawing/2014/main" id="{FA466317-4A2F-E17A-BC81-C7B4AEEB534E}"/>
                </a:ext>
              </a:extLst>
            </p:cNvPr>
            <p:cNvGrpSpPr/>
            <p:nvPr/>
          </p:nvGrpSpPr>
          <p:grpSpPr>
            <a:xfrm>
              <a:off x="555927" y="2191186"/>
              <a:ext cx="11053016" cy="3097705"/>
              <a:chOff x="544573" y="2098588"/>
              <a:chExt cx="11053016" cy="3097705"/>
            </a:xfrm>
          </p:grpSpPr>
          <p:cxnSp>
            <p:nvCxnSpPr>
              <p:cNvPr id="24" name="Straight Connector 23">
                <a:extLst>
                  <a:ext uri="{FF2B5EF4-FFF2-40B4-BE49-F238E27FC236}">
                    <a16:creationId xmlns:a16="http://schemas.microsoft.com/office/drawing/2014/main" id="{C9E5CF98-F2B2-763A-9063-D5E1785EED55}"/>
                  </a:ext>
                </a:extLst>
              </p:cNvPr>
              <p:cNvCxnSpPr/>
              <p:nvPr/>
            </p:nvCxnSpPr>
            <p:spPr>
              <a:xfrm>
                <a:off x="4062074" y="2164080"/>
                <a:ext cx="0" cy="303221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35CB7A3-8EDF-3B39-3795-D8304B7A3033}"/>
                  </a:ext>
                </a:extLst>
              </p:cNvPr>
              <p:cNvGrpSpPr/>
              <p:nvPr/>
            </p:nvGrpSpPr>
            <p:grpSpPr>
              <a:xfrm>
                <a:off x="544573" y="2098588"/>
                <a:ext cx="3016988" cy="3097705"/>
                <a:chOff x="615212" y="2187037"/>
                <a:chExt cx="3016988" cy="3097705"/>
              </a:xfrm>
            </p:grpSpPr>
            <p:sp>
              <p:nvSpPr>
                <p:cNvPr id="35" name="Oval 34">
                  <a:extLst>
                    <a:ext uri="{FF2B5EF4-FFF2-40B4-BE49-F238E27FC236}">
                      <a16:creationId xmlns:a16="http://schemas.microsoft.com/office/drawing/2014/main" id="{C06B139E-C095-B351-B132-73934C03FE3D}"/>
                    </a:ext>
                  </a:extLst>
                </p:cNvPr>
                <p:cNvSpPr/>
                <p:nvPr/>
              </p:nvSpPr>
              <p:spPr>
                <a:xfrm>
                  <a:off x="1229637" y="2187037"/>
                  <a:ext cx="1788138" cy="1788138"/>
                </a:xfrm>
                <a:prstGeom prst="ellipse">
                  <a:avLst/>
                </a:prstGeom>
                <a:solidFill>
                  <a:srgbClr val="0074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6" name="TextBox 35">
                  <a:extLst>
                    <a:ext uri="{FF2B5EF4-FFF2-40B4-BE49-F238E27FC236}">
                      <a16:creationId xmlns:a16="http://schemas.microsoft.com/office/drawing/2014/main" id="{FB2D516C-1626-EB2F-D0E1-87A7993D2FE7}"/>
                    </a:ext>
                  </a:extLst>
                </p:cNvPr>
                <p:cNvSpPr txBox="1"/>
                <p:nvPr/>
              </p:nvSpPr>
              <p:spPr>
                <a:xfrm>
                  <a:off x="712482" y="4115191"/>
                  <a:ext cx="28224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1</a:t>
                  </a:r>
                  <a:r>
                    <a:rPr kumimoji="0" lang="en-US" sz="1600" b="0" i="0" u="none" strike="noStrike" kern="1200" cap="none" spc="0" normalizeH="0" baseline="30000" noProof="0" dirty="0">
                      <a:ln>
                        <a:noFill/>
                      </a:ln>
                      <a:solidFill>
                        <a:schemeClr val="bg1"/>
                      </a:solidFill>
                      <a:effectLst/>
                      <a:uLnTx/>
                      <a:uFillTx/>
                      <a:latin typeface="Segoe UI Semibold"/>
                      <a:ea typeface="+mn-ea"/>
                      <a:cs typeface="+mn-cs"/>
                    </a:rPr>
                    <a:t>st</a:t>
                  </a: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 Column </a:t>
                  </a:r>
                </a:p>
              </p:txBody>
            </p:sp>
            <p:sp>
              <p:nvSpPr>
                <p:cNvPr id="37" name="TextBox 36">
                  <a:extLst>
                    <a:ext uri="{FF2B5EF4-FFF2-40B4-BE49-F238E27FC236}">
                      <a16:creationId xmlns:a16="http://schemas.microsoft.com/office/drawing/2014/main" id="{8591BD9E-1270-578A-ABB2-F2A1AC105FDA}"/>
                    </a:ext>
                  </a:extLst>
                </p:cNvPr>
                <p:cNvSpPr txBox="1"/>
                <p:nvPr/>
              </p:nvSpPr>
              <p:spPr>
                <a:xfrm>
                  <a:off x="615212" y="4453745"/>
                  <a:ext cx="301698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nvGrpSpPr>
              <p:cNvPr id="26" name="Group 25">
                <a:extLst>
                  <a:ext uri="{FF2B5EF4-FFF2-40B4-BE49-F238E27FC236}">
                    <a16:creationId xmlns:a16="http://schemas.microsoft.com/office/drawing/2014/main" id="{FE1AFC0D-CDAB-EDE1-5480-3AEC651DAF0B}"/>
                  </a:ext>
                </a:extLst>
              </p:cNvPr>
              <p:cNvGrpSpPr/>
              <p:nvPr/>
            </p:nvGrpSpPr>
            <p:grpSpPr>
              <a:xfrm>
                <a:off x="4562587" y="2098588"/>
                <a:ext cx="3016988" cy="3097705"/>
                <a:chOff x="615212" y="2187037"/>
                <a:chExt cx="3016988" cy="3097705"/>
              </a:xfrm>
            </p:grpSpPr>
            <p:sp>
              <p:nvSpPr>
                <p:cNvPr id="32" name="Oval 31">
                  <a:extLst>
                    <a:ext uri="{FF2B5EF4-FFF2-40B4-BE49-F238E27FC236}">
                      <a16:creationId xmlns:a16="http://schemas.microsoft.com/office/drawing/2014/main" id="{19FB5E41-407D-12F7-F3AC-7978235B0972}"/>
                    </a:ext>
                  </a:extLst>
                </p:cNvPr>
                <p:cNvSpPr/>
                <p:nvPr/>
              </p:nvSpPr>
              <p:spPr>
                <a:xfrm>
                  <a:off x="1229637" y="2187037"/>
                  <a:ext cx="1788138" cy="1788138"/>
                </a:xfrm>
                <a:prstGeom prst="ellipse">
                  <a:avLst/>
                </a:prstGeom>
                <a:solidFill>
                  <a:srgbClr val="1932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3" name="TextBox 32">
                  <a:extLst>
                    <a:ext uri="{FF2B5EF4-FFF2-40B4-BE49-F238E27FC236}">
                      <a16:creationId xmlns:a16="http://schemas.microsoft.com/office/drawing/2014/main" id="{D9CE74ED-8744-56C2-1D96-1BC6CA9201A2}"/>
                    </a:ext>
                  </a:extLst>
                </p:cNvPr>
                <p:cNvSpPr txBox="1"/>
                <p:nvPr/>
              </p:nvSpPr>
              <p:spPr>
                <a:xfrm>
                  <a:off x="712482" y="4115191"/>
                  <a:ext cx="28224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2</a:t>
                  </a:r>
                  <a:r>
                    <a:rPr kumimoji="0" lang="en-US" sz="1600" b="0" i="0" u="none" strike="noStrike" kern="1200" cap="none" spc="0" normalizeH="0" baseline="30000" noProof="0" dirty="0">
                      <a:ln>
                        <a:noFill/>
                      </a:ln>
                      <a:solidFill>
                        <a:schemeClr val="bg1"/>
                      </a:solidFill>
                      <a:effectLst/>
                      <a:uLnTx/>
                      <a:uFillTx/>
                      <a:latin typeface="Segoe UI Semibold"/>
                      <a:ea typeface="+mn-ea"/>
                      <a:cs typeface="+mn-cs"/>
                    </a:rPr>
                    <a:t>nd</a:t>
                  </a: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 Column </a:t>
                  </a:r>
                </a:p>
              </p:txBody>
            </p:sp>
            <p:sp>
              <p:nvSpPr>
                <p:cNvPr id="34" name="TextBox 33">
                  <a:extLst>
                    <a:ext uri="{FF2B5EF4-FFF2-40B4-BE49-F238E27FC236}">
                      <a16:creationId xmlns:a16="http://schemas.microsoft.com/office/drawing/2014/main" id="{5E5C4F18-F7D7-E0C1-811A-086390A3F2C4}"/>
                    </a:ext>
                  </a:extLst>
                </p:cNvPr>
                <p:cNvSpPr txBox="1"/>
                <p:nvPr/>
              </p:nvSpPr>
              <p:spPr>
                <a:xfrm>
                  <a:off x="615212" y="4453745"/>
                  <a:ext cx="301698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cxnSp>
            <p:nvCxnSpPr>
              <p:cNvPr id="27" name="Straight Connector 26">
                <a:extLst>
                  <a:ext uri="{FF2B5EF4-FFF2-40B4-BE49-F238E27FC236}">
                    <a16:creationId xmlns:a16="http://schemas.microsoft.com/office/drawing/2014/main" id="{DAA5A6C1-F63F-4362-96BE-00E84E457234}"/>
                  </a:ext>
                </a:extLst>
              </p:cNvPr>
              <p:cNvCxnSpPr/>
              <p:nvPr/>
            </p:nvCxnSpPr>
            <p:spPr>
              <a:xfrm>
                <a:off x="8080088" y="2164080"/>
                <a:ext cx="0" cy="3032213"/>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0EE12F7E-762E-C55C-632E-A621D30DD8F0}"/>
                  </a:ext>
                </a:extLst>
              </p:cNvPr>
              <p:cNvGrpSpPr/>
              <p:nvPr/>
            </p:nvGrpSpPr>
            <p:grpSpPr>
              <a:xfrm>
                <a:off x="8580601" y="2098588"/>
                <a:ext cx="3016988" cy="3097705"/>
                <a:chOff x="615212" y="2187037"/>
                <a:chExt cx="3016988" cy="3097705"/>
              </a:xfrm>
            </p:grpSpPr>
            <p:sp>
              <p:nvSpPr>
                <p:cNvPr id="29" name="Oval 28">
                  <a:extLst>
                    <a:ext uri="{FF2B5EF4-FFF2-40B4-BE49-F238E27FC236}">
                      <a16:creationId xmlns:a16="http://schemas.microsoft.com/office/drawing/2014/main" id="{88E363FC-7F8A-EE14-E34D-9046ED46E1C0}"/>
                    </a:ext>
                  </a:extLst>
                </p:cNvPr>
                <p:cNvSpPr/>
                <p:nvPr/>
              </p:nvSpPr>
              <p:spPr>
                <a:xfrm>
                  <a:off x="1229637" y="2187037"/>
                  <a:ext cx="1788138" cy="1788138"/>
                </a:xfrm>
                <a:prstGeom prst="ellipse">
                  <a:avLst/>
                </a:prstGeom>
                <a:solidFill>
                  <a:srgbClr val="F4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0" name="TextBox 29">
                  <a:extLst>
                    <a:ext uri="{FF2B5EF4-FFF2-40B4-BE49-F238E27FC236}">
                      <a16:creationId xmlns:a16="http://schemas.microsoft.com/office/drawing/2014/main" id="{8C25150D-26F7-247C-8303-41842044ACD2}"/>
                    </a:ext>
                  </a:extLst>
                </p:cNvPr>
                <p:cNvSpPr txBox="1"/>
                <p:nvPr/>
              </p:nvSpPr>
              <p:spPr>
                <a:xfrm>
                  <a:off x="712482" y="4115191"/>
                  <a:ext cx="28224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3</a:t>
                  </a:r>
                  <a:r>
                    <a:rPr kumimoji="0" lang="en-US" sz="1600" b="0" i="0" u="none" strike="noStrike" kern="1200" cap="none" spc="0" normalizeH="0" baseline="30000" noProof="0" dirty="0">
                      <a:ln>
                        <a:noFill/>
                      </a:ln>
                      <a:solidFill>
                        <a:schemeClr val="bg1"/>
                      </a:solidFill>
                      <a:effectLst/>
                      <a:uLnTx/>
                      <a:uFillTx/>
                      <a:latin typeface="Segoe UI Semibold"/>
                      <a:ea typeface="+mn-ea"/>
                      <a:cs typeface="+mn-cs"/>
                    </a:rPr>
                    <a:t>rd</a:t>
                  </a: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 Column </a:t>
                  </a:r>
                </a:p>
              </p:txBody>
            </p:sp>
            <p:sp>
              <p:nvSpPr>
                <p:cNvPr id="31" name="TextBox 30">
                  <a:extLst>
                    <a:ext uri="{FF2B5EF4-FFF2-40B4-BE49-F238E27FC236}">
                      <a16:creationId xmlns:a16="http://schemas.microsoft.com/office/drawing/2014/main" id="{B5307973-224F-5BC8-06E1-B5706EE6E6E1}"/>
                    </a:ext>
                  </a:extLst>
                </p:cNvPr>
                <p:cNvSpPr txBox="1"/>
                <p:nvPr/>
              </p:nvSpPr>
              <p:spPr>
                <a:xfrm>
                  <a:off x="615212" y="4453745"/>
                  <a:ext cx="301698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grpSp>
          <p:nvGrpSpPr>
            <p:cNvPr id="12" name="Shape 401">
              <a:extLst>
                <a:ext uri="{FF2B5EF4-FFF2-40B4-BE49-F238E27FC236}">
                  <a16:creationId xmlns:a16="http://schemas.microsoft.com/office/drawing/2014/main" id="{27B4AE2F-1686-D9DF-2BB7-34EB26D8C643}"/>
                </a:ext>
              </a:extLst>
            </p:cNvPr>
            <p:cNvGrpSpPr/>
            <p:nvPr/>
          </p:nvGrpSpPr>
          <p:grpSpPr>
            <a:xfrm>
              <a:off x="1654722" y="2675555"/>
              <a:ext cx="819399" cy="819399"/>
              <a:chOff x="2594325" y="1627175"/>
              <a:chExt cx="440850" cy="440850"/>
            </a:xfrm>
          </p:grpSpPr>
          <p:sp>
            <p:nvSpPr>
              <p:cNvPr id="21" name="Shape 402">
                <a:extLst>
                  <a:ext uri="{FF2B5EF4-FFF2-40B4-BE49-F238E27FC236}">
                    <a16:creationId xmlns:a16="http://schemas.microsoft.com/office/drawing/2014/main" id="{E5A0CA37-2120-D479-B362-C35D0D7789B5}"/>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22" name="Shape 403">
                <a:extLst>
                  <a:ext uri="{FF2B5EF4-FFF2-40B4-BE49-F238E27FC236}">
                    <a16:creationId xmlns:a16="http://schemas.microsoft.com/office/drawing/2014/main" id="{C8844EF5-123A-8F2D-2176-D38E9228A549}"/>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23" name="Shape 404">
                <a:extLst>
                  <a:ext uri="{FF2B5EF4-FFF2-40B4-BE49-F238E27FC236}">
                    <a16:creationId xmlns:a16="http://schemas.microsoft.com/office/drawing/2014/main" id="{51B3609B-2CA5-BDC6-602B-99B4D0A4F79C}"/>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13" name="Shape 401">
              <a:extLst>
                <a:ext uri="{FF2B5EF4-FFF2-40B4-BE49-F238E27FC236}">
                  <a16:creationId xmlns:a16="http://schemas.microsoft.com/office/drawing/2014/main" id="{78BA3A34-4182-2CAB-B63E-8AC30549A3BF}"/>
                </a:ext>
              </a:extLst>
            </p:cNvPr>
            <p:cNvGrpSpPr/>
            <p:nvPr/>
          </p:nvGrpSpPr>
          <p:grpSpPr>
            <a:xfrm>
              <a:off x="5672736" y="2675555"/>
              <a:ext cx="819399" cy="819399"/>
              <a:chOff x="2594325" y="1627175"/>
              <a:chExt cx="440850" cy="440850"/>
            </a:xfrm>
          </p:grpSpPr>
          <p:sp>
            <p:nvSpPr>
              <p:cNvPr id="18" name="Shape 402">
                <a:extLst>
                  <a:ext uri="{FF2B5EF4-FFF2-40B4-BE49-F238E27FC236}">
                    <a16:creationId xmlns:a16="http://schemas.microsoft.com/office/drawing/2014/main" id="{BF3CBCDE-EFBA-C886-50AD-40B867B2CFA3}"/>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Shape 403">
                <a:extLst>
                  <a:ext uri="{FF2B5EF4-FFF2-40B4-BE49-F238E27FC236}">
                    <a16:creationId xmlns:a16="http://schemas.microsoft.com/office/drawing/2014/main" id="{7E9C8147-8023-4984-727C-E8BEE9A55B0D}"/>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20" name="Shape 404">
                <a:extLst>
                  <a:ext uri="{FF2B5EF4-FFF2-40B4-BE49-F238E27FC236}">
                    <a16:creationId xmlns:a16="http://schemas.microsoft.com/office/drawing/2014/main" id="{754B770D-C332-7B85-9CF1-342828B4A114}"/>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14" name="Shape 401">
              <a:extLst>
                <a:ext uri="{FF2B5EF4-FFF2-40B4-BE49-F238E27FC236}">
                  <a16:creationId xmlns:a16="http://schemas.microsoft.com/office/drawing/2014/main" id="{3BA70383-12A0-AFDC-25E8-25B39823D216}"/>
                </a:ext>
              </a:extLst>
            </p:cNvPr>
            <p:cNvGrpSpPr/>
            <p:nvPr/>
          </p:nvGrpSpPr>
          <p:grpSpPr>
            <a:xfrm>
              <a:off x="9690749" y="2675555"/>
              <a:ext cx="819399" cy="819399"/>
              <a:chOff x="2594325" y="1627175"/>
              <a:chExt cx="440850" cy="440850"/>
            </a:xfrm>
          </p:grpSpPr>
          <p:sp>
            <p:nvSpPr>
              <p:cNvPr id="15" name="Shape 402">
                <a:extLst>
                  <a:ext uri="{FF2B5EF4-FFF2-40B4-BE49-F238E27FC236}">
                    <a16:creationId xmlns:a16="http://schemas.microsoft.com/office/drawing/2014/main" id="{F1286FB5-3394-A3E6-3CBE-83A541691E52}"/>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16" name="Shape 403">
                <a:extLst>
                  <a:ext uri="{FF2B5EF4-FFF2-40B4-BE49-F238E27FC236}">
                    <a16:creationId xmlns:a16="http://schemas.microsoft.com/office/drawing/2014/main" id="{C6195AE6-2A7E-B99D-F165-D70E5279A6E6}"/>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sp>
            <p:nvSpPr>
              <p:cNvPr id="17" name="Shape 404">
                <a:extLst>
                  <a:ext uri="{FF2B5EF4-FFF2-40B4-BE49-F238E27FC236}">
                    <a16:creationId xmlns:a16="http://schemas.microsoft.com/office/drawing/2014/main" id="{AC5A4E7A-0014-61C6-1C3F-33A936F040F0}"/>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FFFFFF"/>
              </a:solidFill>
              <a:ln>
                <a:noFill/>
              </a:ln>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Segoe UI"/>
                  <a:ea typeface="+mn-ea"/>
                  <a:cs typeface="+mn-cs"/>
                </a:endParaRPr>
              </a:p>
            </p:txBody>
          </p:sp>
        </p:grpSp>
      </p:grpSp>
    </p:spTree>
    <p:extLst>
      <p:ext uri="{BB962C8B-B14F-4D97-AF65-F5344CB8AC3E}">
        <p14:creationId xmlns:p14="http://schemas.microsoft.com/office/powerpoint/2010/main" val="4166125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4D92-F661-62CD-6D32-36160C0D5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3E550-9B46-461E-10E5-FDFFE8CB5EAD}"/>
              </a:ext>
            </a:extLst>
          </p:cNvPr>
          <p:cNvSpPr>
            <a:spLocks noGrp="1"/>
          </p:cNvSpPr>
          <p:nvPr>
            <p:ph type="title"/>
          </p:nvPr>
        </p:nvSpPr>
        <p:spPr/>
        <p:txBody>
          <a:bodyPr/>
          <a:lstStyle/>
          <a:p>
            <a:r>
              <a:rPr lang="en-US" sz="4400" dirty="0">
                <a:solidFill>
                  <a:schemeClr val="accent1"/>
                </a:solidFill>
                <a:cs typeface="Segoe UI" panose="020B0502040204020203" pitchFamily="34" charset="0"/>
              </a:rPr>
              <a:t>ARROW</a:t>
            </a:r>
            <a:r>
              <a:rPr lang="en-US" sz="4400" dirty="0">
                <a:solidFill>
                  <a:srgbClr val="005EF8"/>
                </a:solidFill>
                <a:cs typeface="Segoe UI" panose="020B0502040204020203" pitchFamily="34" charset="0"/>
              </a:rPr>
              <a:t> </a:t>
            </a:r>
            <a:r>
              <a:rPr lang="en-US" sz="4400" dirty="0">
                <a:solidFill>
                  <a:schemeClr val="accent2"/>
                </a:solidFill>
                <a:cs typeface="Segoe UI" panose="020B0502040204020203" pitchFamily="34" charset="0"/>
              </a:rPr>
              <a:t>INFOGRAPHIC</a:t>
            </a:r>
          </a:p>
        </p:txBody>
      </p:sp>
      <p:sp>
        <p:nvSpPr>
          <p:cNvPr id="3" name="Text Placeholder 2">
            <a:extLst>
              <a:ext uri="{FF2B5EF4-FFF2-40B4-BE49-F238E27FC236}">
                <a16:creationId xmlns:a16="http://schemas.microsoft.com/office/drawing/2014/main" id="{3E3626A8-79F6-9CB0-4BC5-2CA44B611183}"/>
              </a:ext>
            </a:extLst>
          </p:cNvPr>
          <p:cNvSpPr>
            <a:spLocks noGrp="1"/>
          </p:cNvSpPr>
          <p:nvPr>
            <p:ph type="body" sz="quarter" idx="13"/>
          </p:nvPr>
        </p:nvSpPr>
        <p:spPr>
          <a:xfrm>
            <a:off x="820035" y="1086328"/>
            <a:ext cx="10515600" cy="350045"/>
          </a:xfrm>
        </p:spPr>
        <p:txBody>
          <a:bodyPr/>
          <a:lstStyle/>
          <a:p>
            <a:r>
              <a:rPr lang="en-US" dirty="0">
                <a:latin typeface="Segoe UI" panose="020B0502040204020203" pitchFamily="34" charset="0"/>
                <a:cs typeface="Segoe UI" panose="020B0502040204020203" pitchFamily="34" charset="0"/>
              </a:rPr>
              <a:t>Get to know us, we’re honest, dedicated and relentless</a:t>
            </a:r>
          </a:p>
          <a:p>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4A9FB932-148E-4FC4-9E60-BD49AB59E2FE}"/>
              </a:ext>
            </a:extLst>
          </p:cNvPr>
          <p:cNvSpPr>
            <a:spLocks noGrp="1"/>
          </p:cNvSpPr>
          <p:nvPr>
            <p:ph type="sldNum" sz="quarter" idx="14"/>
          </p:nvPr>
        </p:nvSpPr>
        <p:spPr>
          <a:xfrm>
            <a:off x="11608943" y="6435152"/>
            <a:ext cx="527558"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panose="020B0502040204020203" pitchFamily="34" charset="0"/>
                <a:ea typeface="+mn-ea"/>
                <a:cs typeface="Segoe UI" panose="020B050204020402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05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nvGrpSpPr>
          <p:cNvPr id="5" name="Group 4">
            <a:extLst>
              <a:ext uri="{FF2B5EF4-FFF2-40B4-BE49-F238E27FC236}">
                <a16:creationId xmlns:a16="http://schemas.microsoft.com/office/drawing/2014/main" id="{85B959B7-827D-7704-217A-1A3F1BF90132}"/>
              </a:ext>
            </a:extLst>
          </p:cNvPr>
          <p:cNvGrpSpPr/>
          <p:nvPr/>
        </p:nvGrpSpPr>
        <p:grpSpPr>
          <a:xfrm>
            <a:off x="1591235" y="2322918"/>
            <a:ext cx="8368363" cy="3201798"/>
            <a:chOff x="381000" y="1466151"/>
            <a:chExt cx="8368363" cy="3201798"/>
          </a:xfrm>
        </p:grpSpPr>
        <p:cxnSp>
          <p:nvCxnSpPr>
            <p:cNvPr id="6" name="Straight Connector 5">
              <a:extLst>
                <a:ext uri="{FF2B5EF4-FFF2-40B4-BE49-F238E27FC236}">
                  <a16:creationId xmlns:a16="http://schemas.microsoft.com/office/drawing/2014/main" id="{87460481-6F50-7C42-8338-4E9D513EF377}"/>
                </a:ext>
              </a:extLst>
            </p:cNvPr>
            <p:cNvCxnSpPr/>
            <p:nvPr/>
          </p:nvCxnSpPr>
          <p:spPr>
            <a:xfrm rot="10800000" flipV="1">
              <a:off x="1141761" y="2038350"/>
              <a:ext cx="0" cy="874812"/>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28F9D9E-BE60-D043-2F88-61D49A590332}"/>
                </a:ext>
              </a:extLst>
            </p:cNvPr>
            <p:cNvCxnSpPr/>
            <p:nvPr/>
          </p:nvCxnSpPr>
          <p:spPr>
            <a:xfrm rot="10800000" flipV="1">
              <a:off x="3880497" y="2038350"/>
              <a:ext cx="0" cy="874812"/>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8E0469-7D05-0311-5F15-72AC4B799D34}"/>
                </a:ext>
              </a:extLst>
            </p:cNvPr>
            <p:cNvCxnSpPr/>
            <p:nvPr/>
          </p:nvCxnSpPr>
          <p:spPr>
            <a:xfrm rot="10800000" flipV="1">
              <a:off x="6619233" y="2038350"/>
              <a:ext cx="0" cy="874812"/>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4D2E4FCF-5C75-A4F8-ADA8-60F9EA31EA3B}"/>
                </a:ext>
              </a:extLst>
            </p:cNvPr>
            <p:cNvGrpSpPr/>
            <p:nvPr/>
          </p:nvGrpSpPr>
          <p:grpSpPr>
            <a:xfrm>
              <a:off x="2511128" y="3220939"/>
              <a:ext cx="5477474" cy="874811"/>
              <a:chOff x="2511128" y="3411046"/>
              <a:chExt cx="5477474" cy="684704"/>
            </a:xfrm>
          </p:grpSpPr>
          <p:cxnSp>
            <p:nvCxnSpPr>
              <p:cNvPr id="34" name="Straight Connector 33">
                <a:extLst>
                  <a:ext uri="{FF2B5EF4-FFF2-40B4-BE49-F238E27FC236}">
                    <a16:creationId xmlns:a16="http://schemas.microsoft.com/office/drawing/2014/main" id="{DC46F8B0-4AE7-B178-D279-C9A0CE121D76}"/>
                  </a:ext>
                </a:extLst>
              </p:cNvPr>
              <p:cNvCxnSpPr/>
              <p:nvPr/>
            </p:nvCxnSpPr>
            <p:spPr>
              <a:xfrm flipV="1">
                <a:off x="2511128" y="3411046"/>
                <a:ext cx="0" cy="684704"/>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C2709CB-D895-71AB-2C3E-6FA2E2533901}"/>
                  </a:ext>
                </a:extLst>
              </p:cNvPr>
              <p:cNvCxnSpPr/>
              <p:nvPr/>
            </p:nvCxnSpPr>
            <p:spPr>
              <a:xfrm flipV="1">
                <a:off x="5249864" y="3411046"/>
                <a:ext cx="0" cy="684704"/>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C0FC25-DE67-D841-E8D8-599512FACABF}"/>
                  </a:ext>
                </a:extLst>
              </p:cNvPr>
              <p:cNvCxnSpPr/>
              <p:nvPr/>
            </p:nvCxnSpPr>
            <p:spPr>
              <a:xfrm flipV="1">
                <a:off x="7988602" y="3411046"/>
                <a:ext cx="0" cy="684704"/>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 name="Chevron 9">
              <a:extLst>
                <a:ext uri="{FF2B5EF4-FFF2-40B4-BE49-F238E27FC236}">
                  <a16:creationId xmlns:a16="http://schemas.microsoft.com/office/drawing/2014/main" id="{0FB31AE3-47E4-343C-4CA2-4331F68DBC85}"/>
                </a:ext>
              </a:extLst>
            </p:cNvPr>
            <p:cNvSpPr/>
            <p:nvPr/>
          </p:nvSpPr>
          <p:spPr bwMode="auto">
            <a:xfrm>
              <a:off x="1750368" y="2876550"/>
              <a:ext cx="1521521" cy="381000"/>
            </a:xfrm>
            <a:prstGeom prst="chevron">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1" name="Chevron 10">
              <a:extLst>
                <a:ext uri="{FF2B5EF4-FFF2-40B4-BE49-F238E27FC236}">
                  <a16:creationId xmlns:a16="http://schemas.microsoft.com/office/drawing/2014/main" id="{E04717BD-49B1-7125-CC00-8DA101874F75}"/>
                </a:ext>
              </a:extLst>
            </p:cNvPr>
            <p:cNvSpPr/>
            <p:nvPr/>
          </p:nvSpPr>
          <p:spPr bwMode="auto">
            <a:xfrm>
              <a:off x="3119736" y="2876550"/>
              <a:ext cx="1521521" cy="381000"/>
            </a:xfrm>
            <a:prstGeom prst="chevron">
              <a:avLst/>
            </a:prstGeom>
            <a:solidFill>
              <a:srgbClr val="F4BF33"/>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2" name="Chevron 11">
              <a:extLst>
                <a:ext uri="{FF2B5EF4-FFF2-40B4-BE49-F238E27FC236}">
                  <a16:creationId xmlns:a16="http://schemas.microsoft.com/office/drawing/2014/main" id="{18054693-B258-636D-A6B8-D5E215A4E252}"/>
                </a:ext>
              </a:extLst>
            </p:cNvPr>
            <p:cNvSpPr/>
            <p:nvPr/>
          </p:nvSpPr>
          <p:spPr bwMode="auto">
            <a:xfrm>
              <a:off x="4489104" y="2876550"/>
              <a:ext cx="1521521" cy="381000"/>
            </a:xfrm>
            <a:prstGeom prst="chevron">
              <a:avLst/>
            </a:prstGeom>
            <a:solidFill>
              <a:schemeClr val="accent4"/>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3" name="Chevron 12">
              <a:extLst>
                <a:ext uri="{FF2B5EF4-FFF2-40B4-BE49-F238E27FC236}">
                  <a16:creationId xmlns:a16="http://schemas.microsoft.com/office/drawing/2014/main" id="{C1540D39-BFBB-3003-F891-1686012DD9D9}"/>
                </a:ext>
              </a:extLst>
            </p:cNvPr>
            <p:cNvSpPr/>
            <p:nvPr/>
          </p:nvSpPr>
          <p:spPr bwMode="auto">
            <a:xfrm>
              <a:off x="5858472" y="2876550"/>
              <a:ext cx="1521521" cy="381000"/>
            </a:xfrm>
            <a:prstGeom prst="chevron">
              <a:avLst/>
            </a:prstGeom>
            <a:solidFill>
              <a:schemeClr val="accent5"/>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4" name="Chevron 13">
              <a:extLst>
                <a:ext uri="{FF2B5EF4-FFF2-40B4-BE49-F238E27FC236}">
                  <a16:creationId xmlns:a16="http://schemas.microsoft.com/office/drawing/2014/main" id="{510C7BEF-CC0A-C011-CF3C-DBD670C7342E}"/>
                </a:ext>
              </a:extLst>
            </p:cNvPr>
            <p:cNvSpPr/>
            <p:nvPr/>
          </p:nvSpPr>
          <p:spPr bwMode="auto">
            <a:xfrm>
              <a:off x="7227842" y="2876550"/>
              <a:ext cx="1521521" cy="381000"/>
            </a:xfrm>
            <a:prstGeom prst="chevron">
              <a:avLst/>
            </a:prstGeom>
            <a:solidFill>
              <a:schemeClr val="accent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5" name="Chevron 14">
              <a:extLst>
                <a:ext uri="{FF2B5EF4-FFF2-40B4-BE49-F238E27FC236}">
                  <a16:creationId xmlns:a16="http://schemas.microsoft.com/office/drawing/2014/main" id="{4F46847A-EB91-0F17-A491-4A38088F4468}"/>
                </a:ext>
              </a:extLst>
            </p:cNvPr>
            <p:cNvSpPr/>
            <p:nvPr/>
          </p:nvSpPr>
          <p:spPr bwMode="auto">
            <a:xfrm>
              <a:off x="381000" y="2876550"/>
              <a:ext cx="1521521" cy="381000"/>
            </a:xfrm>
            <a:prstGeom prst="chevron">
              <a:avLst/>
            </a:prstGeom>
            <a:solidFill>
              <a:srgbClr val="1C3352"/>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6" name="Teardrop 15">
              <a:extLst>
                <a:ext uri="{FF2B5EF4-FFF2-40B4-BE49-F238E27FC236}">
                  <a16:creationId xmlns:a16="http://schemas.microsoft.com/office/drawing/2014/main" id="{7FF96995-49C7-94E7-BAA6-5488487B38FD}"/>
                </a:ext>
              </a:extLst>
            </p:cNvPr>
            <p:cNvSpPr/>
            <p:nvPr/>
          </p:nvSpPr>
          <p:spPr bwMode="auto">
            <a:xfrm rot="2700000" flipV="1">
              <a:off x="793500" y="1466151"/>
              <a:ext cx="696522" cy="696522"/>
            </a:xfrm>
            <a:prstGeom prst="teardrop">
              <a:avLst/>
            </a:prstGeom>
            <a:solidFill>
              <a:srgbClr val="1C3352"/>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7" name="Teardrop 16">
              <a:extLst>
                <a:ext uri="{FF2B5EF4-FFF2-40B4-BE49-F238E27FC236}">
                  <a16:creationId xmlns:a16="http://schemas.microsoft.com/office/drawing/2014/main" id="{D44A3F48-BF50-0EBB-CCD8-89F5745CFF99}"/>
                </a:ext>
              </a:extLst>
            </p:cNvPr>
            <p:cNvSpPr/>
            <p:nvPr/>
          </p:nvSpPr>
          <p:spPr bwMode="auto">
            <a:xfrm rot="13500000" flipV="1">
              <a:off x="2162867" y="3971427"/>
              <a:ext cx="696522" cy="696522"/>
            </a:xfrm>
            <a:prstGeom prst="teardrop">
              <a:avLst/>
            </a:prstGeom>
            <a:solidFill>
              <a:schemeClr val="accent2"/>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8" name="Teardrop 17">
              <a:extLst>
                <a:ext uri="{FF2B5EF4-FFF2-40B4-BE49-F238E27FC236}">
                  <a16:creationId xmlns:a16="http://schemas.microsoft.com/office/drawing/2014/main" id="{A54C3B45-99AA-65F4-CDF8-D08B6E1586B6}"/>
                </a:ext>
              </a:extLst>
            </p:cNvPr>
            <p:cNvSpPr/>
            <p:nvPr/>
          </p:nvSpPr>
          <p:spPr bwMode="auto">
            <a:xfrm rot="2700000" flipV="1">
              <a:off x="3532236" y="1466151"/>
              <a:ext cx="696522" cy="696522"/>
            </a:xfrm>
            <a:prstGeom prst="teardrop">
              <a:avLst/>
            </a:prstGeom>
            <a:solidFill>
              <a:srgbClr val="F4BF33"/>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9" name="Teardrop 18">
              <a:extLst>
                <a:ext uri="{FF2B5EF4-FFF2-40B4-BE49-F238E27FC236}">
                  <a16:creationId xmlns:a16="http://schemas.microsoft.com/office/drawing/2014/main" id="{9B3957E9-37C8-2704-BBE2-A7299AE2848F}"/>
                </a:ext>
              </a:extLst>
            </p:cNvPr>
            <p:cNvSpPr/>
            <p:nvPr/>
          </p:nvSpPr>
          <p:spPr bwMode="auto">
            <a:xfrm rot="13500000" flipV="1">
              <a:off x="4901603" y="3971427"/>
              <a:ext cx="696522" cy="696522"/>
            </a:xfrm>
            <a:prstGeom prst="teardrop">
              <a:avLst/>
            </a:prstGeom>
            <a:solidFill>
              <a:schemeClr val="accent4"/>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0" name="Teardrop 19">
              <a:extLst>
                <a:ext uri="{FF2B5EF4-FFF2-40B4-BE49-F238E27FC236}">
                  <a16:creationId xmlns:a16="http://schemas.microsoft.com/office/drawing/2014/main" id="{3A30AE8B-B0AF-F21E-EC1F-CA4B541DFB86}"/>
                </a:ext>
              </a:extLst>
            </p:cNvPr>
            <p:cNvSpPr/>
            <p:nvPr/>
          </p:nvSpPr>
          <p:spPr bwMode="auto">
            <a:xfrm rot="2700000" flipV="1">
              <a:off x="6270972" y="1466151"/>
              <a:ext cx="696522" cy="696522"/>
            </a:xfrm>
            <a:prstGeom prst="teardrop">
              <a:avLst/>
            </a:prstGeom>
            <a:solidFill>
              <a:schemeClr val="accent5"/>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1" name="Teardrop 20">
              <a:extLst>
                <a:ext uri="{FF2B5EF4-FFF2-40B4-BE49-F238E27FC236}">
                  <a16:creationId xmlns:a16="http://schemas.microsoft.com/office/drawing/2014/main" id="{41B3DA8F-5BF6-8B7E-5791-7C7EE111D4EB}"/>
                </a:ext>
              </a:extLst>
            </p:cNvPr>
            <p:cNvSpPr/>
            <p:nvPr/>
          </p:nvSpPr>
          <p:spPr bwMode="auto">
            <a:xfrm rot="13500000" flipV="1">
              <a:off x="7640341" y="3971427"/>
              <a:ext cx="696522" cy="696522"/>
            </a:xfrm>
            <a:prstGeom prst="teardrop">
              <a:avLst/>
            </a:prstGeom>
            <a:solidFill>
              <a:schemeClr val="accent6"/>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2" name="Rectangle 21">
              <a:extLst>
                <a:ext uri="{FF2B5EF4-FFF2-40B4-BE49-F238E27FC236}">
                  <a16:creationId xmlns:a16="http://schemas.microsoft.com/office/drawing/2014/main" id="{79CF0E4D-7E6B-1143-E1A4-8525AC109DC7}"/>
                </a:ext>
              </a:extLst>
            </p:cNvPr>
            <p:cNvSpPr/>
            <p:nvPr/>
          </p:nvSpPr>
          <p:spPr>
            <a:xfrm>
              <a:off x="683323"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2018</a:t>
              </a:r>
              <a:endParaRPr kumimoji="0" lang="en-US" sz="14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3" name="Rectangle 22">
              <a:extLst>
                <a:ext uri="{FF2B5EF4-FFF2-40B4-BE49-F238E27FC236}">
                  <a16:creationId xmlns:a16="http://schemas.microsoft.com/office/drawing/2014/main" id="{20FF19FF-21B3-7BEE-50BC-DB4313F210E9}"/>
                </a:ext>
              </a:extLst>
            </p:cNvPr>
            <p:cNvSpPr/>
            <p:nvPr/>
          </p:nvSpPr>
          <p:spPr>
            <a:xfrm>
              <a:off x="2052691"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2019</a:t>
              </a:r>
              <a:endParaRPr kumimoji="0" lang="en-US" sz="14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4" name="Rectangle 23">
              <a:extLst>
                <a:ext uri="{FF2B5EF4-FFF2-40B4-BE49-F238E27FC236}">
                  <a16:creationId xmlns:a16="http://schemas.microsoft.com/office/drawing/2014/main" id="{65208EEB-3B21-15C4-7278-F8768CF7A19D}"/>
                </a:ext>
              </a:extLst>
            </p:cNvPr>
            <p:cNvSpPr/>
            <p:nvPr/>
          </p:nvSpPr>
          <p:spPr>
            <a:xfrm>
              <a:off x="3422059"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2020</a:t>
              </a:r>
              <a:endParaRPr kumimoji="0" lang="en-US" sz="14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5" name="Rectangle 24">
              <a:extLst>
                <a:ext uri="{FF2B5EF4-FFF2-40B4-BE49-F238E27FC236}">
                  <a16:creationId xmlns:a16="http://schemas.microsoft.com/office/drawing/2014/main" id="{D4F4500B-6199-AD84-0820-005AF45C9E54}"/>
                </a:ext>
              </a:extLst>
            </p:cNvPr>
            <p:cNvSpPr/>
            <p:nvPr/>
          </p:nvSpPr>
          <p:spPr>
            <a:xfrm>
              <a:off x="4791427"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2021</a:t>
              </a:r>
              <a:endParaRPr kumimoji="0" lang="en-US" sz="14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6" name="Rectangle 25">
              <a:extLst>
                <a:ext uri="{FF2B5EF4-FFF2-40B4-BE49-F238E27FC236}">
                  <a16:creationId xmlns:a16="http://schemas.microsoft.com/office/drawing/2014/main" id="{E1150530-6FDA-2BDD-1E07-BF737AF72557}"/>
                </a:ext>
              </a:extLst>
            </p:cNvPr>
            <p:cNvSpPr/>
            <p:nvPr/>
          </p:nvSpPr>
          <p:spPr>
            <a:xfrm>
              <a:off x="6160795"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2022</a:t>
              </a:r>
              <a:endParaRPr kumimoji="0" lang="en-US" sz="14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7" name="Rectangle 26">
              <a:extLst>
                <a:ext uri="{FF2B5EF4-FFF2-40B4-BE49-F238E27FC236}">
                  <a16:creationId xmlns:a16="http://schemas.microsoft.com/office/drawing/2014/main" id="{3A0FAB60-4570-EE38-B3DD-E7F251D3C0FB}"/>
                </a:ext>
              </a:extLst>
            </p:cNvPr>
            <p:cNvSpPr/>
            <p:nvPr/>
          </p:nvSpPr>
          <p:spPr>
            <a:xfrm>
              <a:off x="7530165"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2023</a:t>
              </a:r>
              <a:endParaRPr kumimoji="0" lang="en-US" sz="14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28" name="Freeform 86">
              <a:extLst>
                <a:ext uri="{FF2B5EF4-FFF2-40B4-BE49-F238E27FC236}">
                  <a16:creationId xmlns:a16="http://schemas.microsoft.com/office/drawing/2014/main" id="{67D0ADE2-28A5-5A9B-1B3F-2D041F344DD1}"/>
                </a:ext>
              </a:extLst>
            </p:cNvPr>
            <p:cNvSpPr>
              <a:spLocks noEditPoints="1"/>
            </p:cNvSpPr>
            <p:nvPr/>
          </p:nvSpPr>
          <p:spPr bwMode="auto">
            <a:xfrm>
              <a:off x="977990" y="1691586"/>
              <a:ext cx="327541" cy="245652"/>
            </a:xfrm>
            <a:custGeom>
              <a:avLst/>
              <a:gdLst/>
              <a:ahLst/>
              <a:cxnLst>
                <a:cxn ang="0">
                  <a:pos x="75" y="38"/>
                </a:cxn>
                <a:cxn ang="0">
                  <a:pos x="63" y="52"/>
                </a:cxn>
                <a:cxn ang="0">
                  <a:pos x="52" y="57"/>
                </a:cxn>
                <a:cxn ang="0">
                  <a:pos x="9" y="57"/>
                </a:cxn>
                <a:cxn ang="0">
                  <a:pos x="0" y="48"/>
                </a:cxn>
                <a:cxn ang="0">
                  <a:pos x="0" y="9"/>
                </a:cxn>
                <a:cxn ang="0">
                  <a:pos x="9" y="0"/>
                </a:cxn>
                <a:cxn ang="0">
                  <a:pos x="22" y="0"/>
                </a:cxn>
                <a:cxn ang="0">
                  <a:pos x="31" y="9"/>
                </a:cxn>
                <a:cxn ang="0">
                  <a:pos x="31" y="11"/>
                </a:cxn>
                <a:cxn ang="0">
                  <a:pos x="52" y="11"/>
                </a:cxn>
                <a:cxn ang="0">
                  <a:pos x="61" y="20"/>
                </a:cxn>
                <a:cxn ang="0">
                  <a:pos x="61" y="26"/>
                </a:cxn>
                <a:cxn ang="0">
                  <a:pos x="69" y="26"/>
                </a:cxn>
                <a:cxn ang="0">
                  <a:pos x="76" y="30"/>
                </a:cxn>
                <a:cxn ang="0">
                  <a:pos x="76" y="33"/>
                </a:cxn>
                <a:cxn ang="0">
                  <a:pos x="75" y="38"/>
                </a:cxn>
                <a:cxn ang="0">
                  <a:pos x="56" y="26"/>
                </a:cxn>
                <a:cxn ang="0">
                  <a:pos x="56" y="20"/>
                </a:cxn>
                <a:cxn ang="0">
                  <a:pos x="52" y="16"/>
                </a:cxn>
                <a:cxn ang="0">
                  <a:pos x="29" y="16"/>
                </a:cxn>
                <a:cxn ang="0">
                  <a:pos x="25" y="12"/>
                </a:cxn>
                <a:cxn ang="0">
                  <a:pos x="25" y="9"/>
                </a:cxn>
                <a:cxn ang="0">
                  <a:pos x="22" y="6"/>
                </a:cxn>
                <a:cxn ang="0">
                  <a:pos x="9" y="6"/>
                </a:cxn>
                <a:cxn ang="0">
                  <a:pos x="5" y="9"/>
                </a:cxn>
                <a:cxn ang="0">
                  <a:pos x="5" y="44"/>
                </a:cxn>
                <a:cxn ang="0">
                  <a:pos x="15" y="31"/>
                </a:cxn>
                <a:cxn ang="0">
                  <a:pos x="25" y="26"/>
                </a:cxn>
                <a:cxn ang="0">
                  <a:pos x="56" y="26"/>
                </a:cxn>
                <a:cxn ang="0">
                  <a:pos x="69" y="31"/>
                </a:cxn>
                <a:cxn ang="0">
                  <a:pos x="25" y="31"/>
                </a:cxn>
                <a:cxn ang="0">
                  <a:pos x="19" y="34"/>
                </a:cxn>
                <a:cxn ang="0">
                  <a:pos x="7" y="49"/>
                </a:cxn>
                <a:cxn ang="0">
                  <a:pos x="7" y="50"/>
                </a:cxn>
                <a:cxn ang="0">
                  <a:pos x="9" y="52"/>
                </a:cxn>
                <a:cxn ang="0">
                  <a:pos x="52" y="52"/>
                </a:cxn>
                <a:cxn ang="0">
                  <a:pos x="59" y="49"/>
                </a:cxn>
                <a:cxn ang="0">
                  <a:pos x="71" y="34"/>
                </a:cxn>
                <a:cxn ang="0">
                  <a:pos x="71" y="33"/>
                </a:cxn>
                <a:cxn ang="0">
                  <a:pos x="69" y="31"/>
                </a:cxn>
              </a:cxnLst>
              <a:rect l="0" t="0" r="r" b="b"/>
              <a:pathLst>
                <a:path w="76" h="57">
                  <a:moveTo>
                    <a:pt x="75" y="38"/>
                  </a:moveTo>
                  <a:cubicBezTo>
                    <a:pt x="63" y="52"/>
                    <a:pt x="63" y="52"/>
                    <a:pt x="63" y="52"/>
                  </a:cubicBezTo>
                  <a:cubicBezTo>
                    <a:pt x="60" y="55"/>
                    <a:pt x="56" y="57"/>
                    <a:pt x="52" y="57"/>
                  </a:cubicBezTo>
                  <a:cubicBezTo>
                    <a:pt x="9" y="57"/>
                    <a:pt x="9" y="57"/>
                    <a:pt x="9" y="57"/>
                  </a:cubicBezTo>
                  <a:cubicBezTo>
                    <a:pt x="4" y="57"/>
                    <a:pt x="0" y="53"/>
                    <a:pt x="0" y="48"/>
                  </a:cubicBezTo>
                  <a:cubicBezTo>
                    <a:pt x="0" y="9"/>
                    <a:pt x="0" y="9"/>
                    <a:pt x="0" y="9"/>
                  </a:cubicBezTo>
                  <a:cubicBezTo>
                    <a:pt x="0" y="5"/>
                    <a:pt x="4" y="0"/>
                    <a:pt x="9" y="0"/>
                  </a:cubicBezTo>
                  <a:cubicBezTo>
                    <a:pt x="22" y="0"/>
                    <a:pt x="22" y="0"/>
                    <a:pt x="22" y="0"/>
                  </a:cubicBezTo>
                  <a:cubicBezTo>
                    <a:pt x="27" y="0"/>
                    <a:pt x="31" y="5"/>
                    <a:pt x="31" y="9"/>
                  </a:cubicBezTo>
                  <a:cubicBezTo>
                    <a:pt x="31" y="11"/>
                    <a:pt x="31" y="11"/>
                    <a:pt x="31" y="11"/>
                  </a:cubicBezTo>
                  <a:cubicBezTo>
                    <a:pt x="52" y="11"/>
                    <a:pt x="52" y="11"/>
                    <a:pt x="52" y="11"/>
                  </a:cubicBezTo>
                  <a:cubicBezTo>
                    <a:pt x="57" y="11"/>
                    <a:pt x="61" y="15"/>
                    <a:pt x="61" y="20"/>
                  </a:cubicBezTo>
                  <a:cubicBezTo>
                    <a:pt x="61" y="26"/>
                    <a:pt x="61" y="26"/>
                    <a:pt x="61" y="26"/>
                  </a:cubicBezTo>
                  <a:cubicBezTo>
                    <a:pt x="69" y="26"/>
                    <a:pt x="69" y="26"/>
                    <a:pt x="69" y="26"/>
                  </a:cubicBezTo>
                  <a:cubicBezTo>
                    <a:pt x="72" y="26"/>
                    <a:pt x="75" y="27"/>
                    <a:pt x="76" y="30"/>
                  </a:cubicBezTo>
                  <a:cubicBezTo>
                    <a:pt x="76" y="31"/>
                    <a:pt x="76" y="32"/>
                    <a:pt x="76" y="33"/>
                  </a:cubicBezTo>
                  <a:cubicBezTo>
                    <a:pt x="76" y="34"/>
                    <a:pt x="76" y="36"/>
                    <a:pt x="75" y="38"/>
                  </a:cubicBezTo>
                  <a:close/>
                  <a:moveTo>
                    <a:pt x="56" y="26"/>
                  </a:moveTo>
                  <a:cubicBezTo>
                    <a:pt x="56" y="20"/>
                    <a:pt x="56" y="20"/>
                    <a:pt x="56" y="20"/>
                  </a:cubicBezTo>
                  <a:cubicBezTo>
                    <a:pt x="56" y="18"/>
                    <a:pt x="55" y="16"/>
                    <a:pt x="52" y="16"/>
                  </a:cubicBezTo>
                  <a:cubicBezTo>
                    <a:pt x="29" y="16"/>
                    <a:pt x="29" y="16"/>
                    <a:pt x="29" y="16"/>
                  </a:cubicBezTo>
                  <a:cubicBezTo>
                    <a:pt x="27" y="16"/>
                    <a:pt x="25" y="14"/>
                    <a:pt x="25" y="12"/>
                  </a:cubicBezTo>
                  <a:cubicBezTo>
                    <a:pt x="25" y="9"/>
                    <a:pt x="25" y="9"/>
                    <a:pt x="25" y="9"/>
                  </a:cubicBezTo>
                  <a:cubicBezTo>
                    <a:pt x="25" y="7"/>
                    <a:pt x="24" y="6"/>
                    <a:pt x="22" y="6"/>
                  </a:cubicBezTo>
                  <a:cubicBezTo>
                    <a:pt x="9" y="6"/>
                    <a:pt x="9" y="6"/>
                    <a:pt x="9" y="6"/>
                  </a:cubicBezTo>
                  <a:cubicBezTo>
                    <a:pt x="7" y="6"/>
                    <a:pt x="5" y="7"/>
                    <a:pt x="5" y="9"/>
                  </a:cubicBezTo>
                  <a:cubicBezTo>
                    <a:pt x="5" y="44"/>
                    <a:pt x="5" y="44"/>
                    <a:pt x="5" y="44"/>
                  </a:cubicBezTo>
                  <a:cubicBezTo>
                    <a:pt x="15" y="31"/>
                    <a:pt x="15" y="31"/>
                    <a:pt x="15" y="31"/>
                  </a:cubicBezTo>
                  <a:cubicBezTo>
                    <a:pt x="18" y="28"/>
                    <a:pt x="22" y="26"/>
                    <a:pt x="25" y="26"/>
                  </a:cubicBezTo>
                  <a:lnTo>
                    <a:pt x="56" y="26"/>
                  </a:lnTo>
                  <a:close/>
                  <a:moveTo>
                    <a:pt x="69" y="31"/>
                  </a:moveTo>
                  <a:cubicBezTo>
                    <a:pt x="25" y="31"/>
                    <a:pt x="25" y="31"/>
                    <a:pt x="25" y="31"/>
                  </a:cubicBezTo>
                  <a:cubicBezTo>
                    <a:pt x="23" y="31"/>
                    <a:pt x="21" y="33"/>
                    <a:pt x="19" y="34"/>
                  </a:cubicBezTo>
                  <a:cubicBezTo>
                    <a:pt x="7" y="49"/>
                    <a:pt x="7" y="49"/>
                    <a:pt x="7" y="49"/>
                  </a:cubicBezTo>
                  <a:cubicBezTo>
                    <a:pt x="7" y="49"/>
                    <a:pt x="7" y="50"/>
                    <a:pt x="7" y="50"/>
                  </a:cubicBezTo>
                  <a:cubicBezTo>
                    <a:pt x="7" y="52"/>
                    <a:pt x="8" y="52"/>
                    <a:pt x="9" y="52"/>
                  </a:cubicBezTo>
                  <a:cubicBezTo>
                    <a:pt x="52" y="52"/>
                    <a:pt x="52" y="52"/>
                    <a:pt x="52" y="52"/>
                  </a:cubicBezTo>
                  <a:cubicBezTo>
                    <a:pt x="55" y="52"/>
                    <a:pt x="57" y="51"/>
                    <a:pt x="59" y="49"/>
                  </a:cubicBezTo>
                  <a:cubicBezTo>
                    <a:pt x="71" y="34"/>
                    <a:pt x="71" y="34"/>
                    <a:pt x="71" y="34"/>
                  </a:cubicBezTo>
                  <a:cubicBezTo>
                    <a:pt x="71" y="34"/>
                    <a:pt x="71" y="33"/>
                    <a:pt x="71" y="33"/>
                  </a:cubicBezTo>
                  <a:cubicBezTo>
                    <a:pt x="71" y="32"/>
                    <a:pt x="70" y="31"/>
                    <a:pt x="69" y="31"/>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9" name="Freeform 89">
              <a:extLst>
                <a:ext uri="{FF2B5EF4-FFF2-40B4-BE49-F238E27FC236}">
                  <a16:creationId xmlns:a16="http://schemas.microsoft.com/office/drawing/2014/main" id="{FABFEF5E-52C6-545F-393A-C9387AF231E9}"/>
                </a:ext>
              </a:extLst>
            </p:cNvPr>
            <p:cNvSpPr>
              <a:spLocks noEditPoints="1"/>
            </p:cNvSpPr>
            <p:nvPr/>
          </p:nvSpPr>
          <p:spPr bwMode="auto">
            <a:xfrm>
              <a:off x="5074848" y="4166878"/>
              <a:ext cx="350031" cy="305621"/>
            </a:xfrm>
            <a:custGeom>
              <a:avLst/>
              <a:gdLst/>
              <a:ahLst/>
              <a:cxnLst>
                <a:cxn ang="0">
                  <a:pos x="62" y="32"/>
                </a:cxn>
                <a:cxn ang="0">
                  <a:pos x="61" y="33"/>
                </a:cxn>
                <a:cxn ang="0">
                  <a:pos x="57" y="33"/>
                </a:cxn>
                <a:cxn ang="0">
                  <a:pos x="57" y="50"/>
                </a:cxn>
                <a:cxn ang="0">
                  <a:pos x="53" y="54"/>
                </a:cxn>
                <a:cxn ang="0">
                  <a:pos x="9" y="54"/>
                </a:cxn>
                <a:cxn ang="0">
                  <a:pos x="6" y="50"/>
                </a:cxn>
                <a:cxn ang="0">
                  <a:pos x="6" y="33"/>
                </a:cxn>
                <a:cxn ang="0">
                  <a:pos x="2" y="33"/>
                </a:cxn>
                <a:cxn ang="0">
                  <a:pos x="0" y="32"/>
                </a:cxn>
                <a:cxn ang="0">
                  <a:pos x="0" y="19"/>
                </a:cxn>
                <a:cxn ang="0">
                  <a:pos x="2" y="18"/>
                </a:cxn>
                <a:cxn ang="0">
                  <a:pos x="19" y="18"/>
                </a:cxn>
                <a:cxn ang="0">
                  <a:pos x="10" y="9"/>
                </a:cxn>
                <a:cxn ang="0">
                  <a:pos x="19" y="0"/>
                </a:cxn>
                <a:cxn ang="0">
                  <a:pos x="26" y="3"/>
                </a:cxn>
                <a:cxn ang="0">
                  <a:pos x="31" y="10"/>
                </a:cxn>
                <a:cxn ang="0">
                  <a:pos x="36" y="3"/>
                </a:cxn>
                <a:cxn ang="0">
                  <a:pos x="43" y="0"/>
                </a:cxn>
                <a:cxn ang="0">
                  <a:pos x="52" y="9"/>
                </a:cxn>
                <a:cxn ang="0">
                  <a:pos x="43" y="18"/>
                </a:cxn>
                <a:cxn ang="0">
                  <a:pos x="61" y="18"/>
                </a:cxn>
                <a:cxn ang="0">
                  <a:pos x="62" y="19"/>
                </a:cxn>
                <a:cxn ang="0">
                  <a:pos x="62" y="32"/>
                </a:cxn>
                <a:cxn ang="0">
                  <a:pos x="27" y="13"/>
                </a:cxn>
                <a:cxn ang="0">
                  <a:pos x="22" y="6"/>
                </a:cxn>
                <a:cxn ang="0">
                  <a:pos x="19" y="5"/>
                </a:cxn>
                <a:cxn ang="0">
                  <a:pos x="16" y="9"/>
                </a:cxn>
                <a:cxn ang="0">
                  <a:pos x="19" y="13"/>
                </a:cxn>
                <a:cxn ang="0">
                  <a:pos x="27" y="13"/>
                </a:cxn>
                <a:cxn ang="0">
                  <a:pos x="38" y="45"/>
                </a:cxn>
                <a:cxn ang="0">
                  <a:pos x="38" y="26"/>
                </a:cxn>
                <a:cxn ang="0">
                  <a:pos x="38" y="18"/>
                </a:cxn>
                <a:cxn ang="0">
                  <a:pos x="25" y="18"/>
                </a:cxn>
                <a:cxn ang="0">
                  <a:pos x="25" y="26"/>
                </a:cxn>
                <a:cxn ang="0">
                  <a:pos x="25" y="45"/>
                </a:cxn>
                <a:cxn ang="0">
                  <a:pos x="25" y="47"/>
                </a:cxn>
                <a:cxn ang="0">
                  <a:pos x="27" y="49"/>
                </a:cxn>
                <a:cxn ang="0">
                  <a:pos x="35" y="49"/>
                </a:cxn>
                <a:cxn ang="0">
                  <a:pos x="38" y="47"/>
                </a:cxn>
                <a:cxn ang="0">
                  <a:pos x="38" y="45"/>
                </a:cxn>
                <a:cxn ang="0">
                  <a:pos x="43" y="5"/>
                </a:cxn>
                <a:cxn ang="0">
                  <a:pos x="40" y="6"/>
                </a:cxn>
                <a:cxn ang="0">
                  <a:pos x="35" y="13"/>
                </a:cxn>
                <a:cxn ang="0">
                  <a:pos x="43" y="13"/>
                </a:cxn>
                <a:cxn ang="0">
                  <a:pos x="47" y="9"/>
                </a:cxn>
                <a:cxn ang="0">
                  <a:pos x="43" y="5"/>
                </a:cxn>
              </a:cxnLst>
              <a:rect l="0" t="0" r="r" b="b"/>
              <a:pathLst>
                <a:path w="62" h="54">
                  <a:moveTo>
                    <a:pt x="62" y="32"/>
                  </a:moveTo>
                  <a:cubicBezTo>
                    <a:pt x="62" y="33"/>
                    <a:pt x="62" y="33"/>
                    <a:pt x="61" y="33"/>
                  </a:cubicBezTo>
                  <a:cubicBezTo>
                    <a:pt x="57" y="33"/>
                    <a:pt x="57" y="33"/>
                    <a:pt x="57" y="33"/>
                  </a:cubicBezTo>
                  <a:cubicBezTo>
                    <a:pt x="57" y="50"/>
                    <a:pt x="57" y="50"/>
                    <a:pt x="57" y="50"/>
                  </a:cubicBezTo>
                  <a:cubicBezTo>
                    <a:pt x="57" y="52"/>
                    <a:pt x="55" y="54"/>
                    <a:pt x="53" y="54"/>
                  </a:cubicBezTo>
                  <a:cubicBezTo>
                    <a:pt x="9" y="54"/>
                    <a:pt x="9" y="54"/>
                    <a:pt x="9" y="54"/>
                  </a:cubicBezTo>
                  <a:cubicBezTo>
                    <a:pt x="7" y="54"/>
                    <a:pt x="6" y="52"/>
                    <a:pt x="6" y="50"/>
                  </a:cubicBezTo>
                  <a:cubicBezTo>
                    <a:pt x="6" y="33"/>
                    <a:pt x="6" y="33"/>
                    <a:pt x="6" y="33"/>
                  </a:cubicBezTo>
                  <a:cubicBezTo>
                    <a:pt x="2" y="33"/>
                    <a:pt x="2" y="33"/>
                    <a:pt x="2" y="33"/>
                  </a:cubicBezTo>
                  <a:cubicBezTo>
                    <a:pt x="1" y="33"/>
                    <a:pt x="0" y="33"/>
                    <a:pt x="0" y="32"/>
                  </a:cubicBezTo>
                  <a:cubicBezTo>
                    <a:pt x="0" y="19"/>
                    <a:pt x="0" y="19"/>
                    <a:pt x="0" y="19"/>
                  </a:cubicBezTo>
                  <a:cubicBezTo>
                    <a:pt x="0" y="19"/>
                    <a:pt x="1" y="18"/>
                    <a:pt x="2" y="18"/>
                  </a:cubicBezTo>
                  <a:cubicBezTo>
                    <a:pt x="19" y="18"/>
                    <a:pt x="19" y="18"/>
                    <a:pt x="19" y="18"/>
                  </a:cubicBezTo>
                  <a:cubicBezTo>
                    <a:pt x="14" y="18"/>
                    <a:pt x="10" y="14"/>
                    <a:pt x="10" y="9"/>
                  </a:cubicBezTo>
                  <a:cubicBezTo>
                    <a:pt x="10" y="4"/>
                    <a:pt x="14" y="0"/>
                    <a:pt x="19" y="0"/>
                  </a:cubicBezTo>
                  <a:cubicBezTo>
                    <a:pt x="22" y="0"/>
                    <a:pt x="25" y="1"/>
                    <a:pt x="26" y="3"/>
                  </a:cubicBezTo>
                  <a:cubicBezTo>
                    <a:pt x="31" y="10"/>
                    <a:pt x="31" y="10"/>
                    <a:pt x="31" y="10"/>
                  </a:cubicBezTo>
                  <a:cubicBezTo>
                    <a:pt x="36" y="3"/>
                    <a:pt x="36" y="3"/>
                    <a:pt x="36" y="3"/>
                  </a:cubicBezTo>
                  <a:cubicBezTo>
                    <a:pt x="38" y="1"/>
                    <a:pt x="41" y="0"/>
                    <a:pt x="43" y="0"/>
                  </a:cubicBezTo>
                  <a:cubicBezTo>
                    <a:pt x="48" y="0"/>
                    <a:pt x="52" y="4"/>
                    <a:pt x="52" y="9"/>
                  </a:cubicBezTo>
                  <a:cubicBezTo>
                    <a:pt x="52" y="14"/>
                    <a:pt x="48" y="18"/>
                    <a:pt x="43" y="18"/>
                  </a:cubicBezTo>
                  <a:cubicBezTo>
                    <a:pt x="61" y="18"/>
                    <a:pt x="61" y="18"/>
                    <a:pt x="61" y="18"/>
                  </a:cubicBezTo>
                  <a:cubicBezTo>
                    <a:pt x="62" y="18"/>
                    <a:pt x="62" y="19"/>
                    <a:pt x="62" y="19"/>
                  </a:cubicBezTo>
                  <a:lnTo>
                    <a:pt x="62" y="32"/>
                  </a:lnTo>
                  <a:close/>
                  <a:moveTo>
                    <a:pt x="27" y="13"/>
                  </a:moveTo>
                  <a:cubicBezTo>
                    <a:pt x="22" y="6"/>
                    <a:pt x="22" y="6"/>
                    <a:pt x="22" y="6"/>
                  </a:cubicBezTo>
                  <a:cubicBezTo>
                    <a:pt x="22" y="6"/>
                    <a:pt x="21" y="5"/>
                    <a:pt x="19" y="5"/>
                  </a:cubicBezTo>
                  <a:cubicBezTo>
                    <a:pt x="17" y="5"/>
                    <a:pt x="16" y="7"/>
                    <a:pt x="16" y="9"/>
                  </a:cubicBezTo>
                  <a:cubicBezTo>
                    <a:pt x="16" y="11"/>
                    <a:pt x="17" y="13"/>
                    <a:pt x="19" y="13"/>
                  </a:cubicBezTo>
                  <a:lnTo>
                    <a:pt x="27" y="13"/>
                  </a:lnTo>
                  <a:close/>
                  <a:moveTo>
                    <a:pt x="38" y="45"/>
                  </a:moveTo>
                  <a:cubicBezTo>
                    <a:pt x="38" y="26"/>
                    <a:pt x="38" y="26"/>
                    <a:pt x="38" y="26"/>
                  </a:cubicBezTo>
                  <a:cubicBezTo>
                    <a:pt x="38" y="18"/>
                    <a:pt x="38" y="18"/>
                    <a:pt x="38" y="18"/>
                  </a:cubicBezTo>
                  <a:cubicBezTo>
                    <a:pt x="25" y="18"/>
                    <a:pt x="25" y="18"/>
                    <a:pt x="25" y="18"/>
                  </a:cubicBezTo>
                  <a:cubicBezTo>
                    <a:pt x="25" y="26"/>
                    <a:pt x="25" y="26"/>
                    <a:pt x="25" y="26"/>
                  </a:cubicBezTo>
                  <a:cubicBezTo>
                    <a:pt x="25" y="45"/>
                    <a:pt x="25" y="45"/>
                    <a:pt x="25" y="45"/>
                  </a:cubicBezTo>
                  <a:cubicBezTo>
                    <a:pt x="25" y="47"/>
                    <a:pt x="25" y="47"/>
                    <a:pt x="25" y="47"/>
                  </a:cubicBezTo>
                  <a:cubicBezTo>
                    <a:pt x="25" y="48"/>
                    <a:pt x="26" y="49"/>
                    <a:pt x="27" y="49"/>
                  </a:cubicBezTo>
                  <a:cubicBezTo>
                    <a:pt x="35" y="49"/>
                    <a:pt x="35" y="49"/>
                    <a:pt x="35" y="49"/>
                  </a:cubicBezTo>
                  <a:cubicBezTo>
                    <a:pt x="37" y="49"/>
                    <a:pt x="38" y="48"/>
                    <a:pt x="38" y="47"/>
                  </a:cubicBezTo>
                  <a:lnTo>
                    <a:pt x="38" y="45"/>
                  </a:lnTo>
                  <a:close/>
                  <a:moveTo>
                    <a:pt x="43" y="5"/>
                  </a:moveTo>
                  <a:cubicBezTo>
                    <a:pt x="42" y="5"/>
                    <a:pt x="41" y="6"/>
                    <a:pt x="40" y="6"/>
                  </a:cubicBezTo>
                  <a:cubicBezTo>
                    <a:pt x="35" y="13"/>
                    <a:pt x="35" y="13"/>
                    <a:pt x="35" y="13"/>
                  </a:cubicBezTo>
                  <a:cubicBezTo>
                    <a:pt x="43" y="13"/>
                    <a:pt x="43" y="13"/>
                    <a:pt x="43" y="13"/>
                  </a:cubicBezTo>
                  <a:cubicBezTo>
                    <a:pt x="45" y="13"/>
                    <a:pt x="47" y="11"/>
                    <a:pt x="47" y="9"/>
                  </a:cubicBezTo>
                  <a:cubicBezTo>
                    <a:pt x="47" y="7"/>
                    <a:pt x="45" y="5"/>
                    <a:pt x="43" y="5"/>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0" name="Freeform 91">
              <a:extLst>
                <a:ext uri="{FF2B5EF4-FFF2-40B4-BE49-F238E27FC236}">
                  <a16:creationId xmlns:a16="http://schemas.microsoft.com/office/drawing/2014/main" id="{C2D1B487-19E0-520E-CBCB-BA51CCE04C63}"/>
                </a:ext>
              </a:extLst>
            </p:cNvPr>
            <p:cNvSpPr>
              <a:spLocks noEditPoints="1"/>
            </p:cNvSpPr>
            <p:nvPr/>
          </p:nvSpPr>
          <p:spPr bwMode="auto">
            <a:xfrm>
              <a:off x="7813583" y="4144675"/>
              <a:ext cx="350032" cy="350026"/>
            </a:xfrm>
            <a:custGeom>
              <a:avLst/>
              <a:gdLst/>
              <a:ahLst/>
              <a:cxnLst>
                <a:cxn ang="0">
                  <a:pos x="0" y="31"/>
                </a:cxn>
                <a:cxn ang="0">
                  <a:pos x="41" y="22"/>
                </a:cxn>
                <a:cxn ang="0">
                  <a:pos x="45" y="20"/>
                </a:cxn>
                <a:cxn ang="0">
                  <a:pos x="49" y="19"/>
                </a:cxn>
                <a:cxn ang="0">
                  <a:pos x="48" y="17"/>
                </a:cxn>
                <a:cxn ang="0">
                  <a:pos x="45" y="15"/>
                </a:cxn>
                <a:cxn ang="0">
                  <a:pos x="43" y="15"/>
                </a:cxn>
                <a:cxn ang="0">
                  <a:pos x="42" y="14"/>
                </a:cxn>
                <a:cxn ang="0">
                  <a:pos x="38" y="12"/>
                </a:cxn>
                <a:cxn ang="0">
                  <a:pos x="38" y="16"/>
                </a:cxn>
                <a:cxn ang="0">
                  <a:pos x="37" y="19"/>
                </a:cxn>
                <a:cxn ang="0">
                  <a:pos x="33" y="17"/>
                </a:cxn>
                <a:cxn ang="0">
                  <a:pos x="29" y="15"/>
                </a:cxn>
                <a:cxn ang="0">
                  <a:pos x="30" y="11"/>
                </a:cxn>
                <a:cxn ang="0">
                  <a:pos x="35" y="10"/>
                </a:cxn>
                <a:cxn ang="0">
                  <a:pos x="34" y="8"/>
                </a:cxn>
                <a:cxn ang="0">
                  <a:pos x="31" y="9"/>
                </a:cxn>
                <a:cxn ang="0">
                  <a:pos x="27" y="6"/>
                </a:cxn>
                <a:cxn ang="0">
                  <a:pos x="28" y="9"/>
                </a:cxn>
                <a:cxn ang="0">
                  <a:pos x="26" y="9"/>
                </a:cxn>
                <a:cxn ang="0">
                  <a:pos x="23" y="7"/>
                </a:cxn>
                <a:cxn ang="0">
                  <a:pos x="21" y="8"/>
                </a:cxn>
                <a:cxn ang="0">
                  <a:pos x="23" y="9"/>
                </a:cxn>
                <a:cxn ang="0">
                  <a:pos x="22" y="10"/>
                </a:cxn>
                <a:cxn ang="0">
                  <a:pos x="10" y="18"/>
                </a:cxn>
                <a:cxn ang="0">
                  <a:pos x="11" y="19"/>
                </a:cxn>
                <a:cxn ang="0">
                  <a:pos x="13" y="22"/>
                </a:cxn>
                <a:cxn ang="0">
                  <a:pos x="12" y="26"/>
                </a:cxn>
                <a:cxn ang="0">
                  <a:pos x="15" y="30"/>
                </a:cxn>
                <a:cxn ang="0">
                  <a:pos x="18" y="35"/>
                </a:cxn>
                <a:cxn ang="0">
                  <a:pos x="19" y="37"/>
                </a:cxn>
                <a:cxn ang="0">
                  <a:pos x="17" y="32"/>
                </a:cxn>
                <a:cxn ang="0">
                  <a:pos x="21" y="37"/>
                </a:cxn>
                <a:cxn ang="0">
                  <a:pos x="25" y="41"/>
                </a:cxn>
                <a:cxn ang="0">
                  <a:pos x="30" y="44"/>
                </a:cxn>
                <a:cxn ang="0">
                  <a:pos x="35" y="47"/>
                </a:cxn>
                <a:cxn ang="0">
                  <a:pos x="36" y="47"/>
                </a:cxn>
                <a:cxn ang="0">
                  <a:pos x="34" y="43"/>
                </a:cxn>
                <a:cxn ang="0">
                  <a:pos x="32" y="42"/>
                </a:cxn>
                <a:cxn ang="0">
                  <a:pos x="32" y="39"/>
                </a:cxn>
                <a:cxn ang="0">
                  <a:pos x="28" y="41"/>
                </a:cxn>
                <a:cxn ang="0">
                  <a:pos x="27" y="34"/>
                </a:cxn>
                <a:cxn ang="0">
                  <a:pos x="30" y="34"/>
                </a:cxn>
                <a:cxn ang="0">
                  <a:pos x="32" y="33"/>
                </a:cxn>
                <a:cxn ang="0">
                  <a:pos x="35" y="34"/>
                </a:cxn>
                <a:cxn ang="0">
                  <a:pos x="36" y="33"/>
                </a:cxn>
                <a:cxn ang="0">
                  <a:pos x="38" y="29"/>
                </a:cxn>
                <a:cxn ang="0">
                  <a:pos x="38" y="28"/>
                </a:cxn>
                <a:cxn ang="0">
                  <a:pos x="41" y="26"/>
                </a:cxn>
                <a:cxn ang="0">
                  <a:pos x="43" y="23"/>
                </a:cxn>
                <a:cxn ang="0">
                  <a:pos x="44" y="22"/>
                </a:cxn>
                <a:cxn ang="0">
                  <a:pos x="41" y="22"/>
                </a:cxn>
                <a:cxn ang="0">
                  <a:pos x="48" y="48"/>
                </a:cxn>
                <a:cxn ang="0">
                  <a:pos x="44" y="47"/>
                </a:cxn>
                <a:cxn ang="0">
                  <a:pos x="41" y="47"/>
                </a:cxn>
                <a:cxn ang="0">
                  <a:pos x="38" y="46"/>
                </a:cxn>
                <a:cxn ang="0">
                  <a:pos x="37" y="50"/>
                </a:cxn>
                <a:cxn ang="0">
                  <a:pos x="36" y="54"/>
                </a:cxn>
                <a:cxn ang="0">
                  <a:pos x="50" y="49"/>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41" y="22"/>
                  </a:moveTo>
                  <a:cubicBezTo>
                    <a:pt x="42" y="22"/>
                    <a:pt x="42" y="21"/>
                    <a:pt x="42" y="21"/>
                  </a:cubicBezTo>
                  <a:cubicBezTo>
                    <a:pt x="42" y="21"/>
                    <a:pt x="42" y="21"/>
                    <a:pt x="43" y="21"/>
                  </a:cubicBezTo>
                  <a:cubicBezTo>
                    <a:pt x="43" y="20"/>
                    <a:pt x="44" y="20"/>
                    <a:pt x="45" y="20"/>
                  </a:cubicBezTo>
                  <a:cubicBezTo>
                    <a:pt x="46" y="20"/>
                    <a:pt x="46" y="20"/>
                    <a:pt x="47" y="21"/>
                  </a:cubicBezTo>
                  <a:cubicBezTo>
                    <a:pt x="47" y="20"/>
                    <a:pt x="48" y="20"/>
                    <a:pt x="48" y="20"/>
                  </a:cubicBezTo>
                  <a:cubicBezTo>
                    <a:pt x="48" y="19"/>
                    <a:pt x="49" y="19"/>
                    <a:pt x="49" y="19"/>
                  </a:cubicBezTo>
                  <a:cubicBezTo>
                    <a:pt x="49" y="19"/>
                    <a:pt x="49" y="18"/>
                    <a:pt x="49" y="18"/>
                  </a:cubicBezTo>
                  <a:cubicBezTo>
                    <a:pt x="49" y="18"/>
                    <a:pt x="48" y="18"/>
                    <a:pt x="48" y="17"/>
                  </a:cubicBezTo>
                  <a:cubicBezTo>
                    <a:pt x="48" y="17"/>
                    <a:pt x="48" y="17"/>
                    <a:pt x="48" y="17"/>
                  </a:cubicBezTo>
                  <a:cubicBezTo>
                    <a:pt x="48" y="17"/>
                    <a:pt x="47" y="17"/>
                    <a:pt x="47" y="17"/>
                  </a:cubicBezTo>
                  <a:cubicBezTo>
                    <a:pt x="46" y="17"/>
                    <a:pt x="46" y="16"/>
                    <a:pt x="46" y="16"/>
                  </a:cubicBezTo>
                  <a:cubicBezTo>
                    <a:pt x="46" y="15"/>
                    <a:pt x="45" y="15"/>
                    <a:pt x="45" y="15"/>
                  </a:cubicBezTo>
                  <a:cubicBezTo>
                    <a:pt x="45" y="15"/>
                    <a:pt x="45" y="14"/>
                    <a:pt x="45" y="14"/>
                  </a:cubicBezTo>
                  <a:cubicBezTo>
                    <a:pt x="44" y="14"/>
                    <a:pt x="44" y="15"/>
                    <a:pt x="44" y="15"/>
                  </a:cubicBezTo>
                  <a:cubicBezTo>
                    <a:pt x="43" y="15"/>
                    <a:pt x="43" y="15"/>
                    <a:pt x="43" y="15"/>
                  </a:cubicBezTo>
                  <a:cubicBezTo>
                    <a:pt x="43" y="15"/>
                    <a:pt x="43" y="15"/>
                    <a:pt x="42" y="15"/>
                  </a:cubicBezTo>
                  <a:cubicBezTo>
                    <a:pt x="43" y="15"/>
                    <a:pt x="42" y="15"/>
                    <a:pt x="42" y="15"/>
                  </a:cubicBezTo>
                  <a:cubicBezTo>
                    <a:pt x="42" y="14"/>
                    <a:pt x="42" y="14"/>
                    <a:pt x="42" y="14"/>
                  </a:cubicBezTo>
                  <a:cubicBezTo>
                    <a:pt x="42" y="14"/>
                    <a:pt x="42" y="14"/>
                    <a:pt x="42" y="14"/>
                  </a:cubicBezTo>
                  <a:cubicBezTo>
                    <a:pt x="42" y="13"/>
                    <a:pt x="41" y="13"/>
                    <a:pt x="40" y="13"/>
                  </a:cubicBezTo>
                  <a:cubicBezTo>
                    <a:pt x="40" y="12"/>
                    <a:pt x="38" y="12"/>
                    <a:pt x="38" y="12"/>
                  </a:cubicBezTo>
                  <a:cubicBezTo>
                    <a:pt x="37" y="13"/>
                    <a:pt x="38" y="13"/>
                    <a:pt x="38" y="14"/>
                  </a:cubicBezTo>
                  <a:cubicBezTo>
                    <a:pt x="38" y="14"/>
                    <a:pt x="37" y="14"/>
                    <a:pt x="37" y="15"/>
                  </a:cubicBezTo>
                  <a:cubicBezTo>
                    <a:pt x="37" y="15"/>
                    <a:pt x="38" y="15"/>
                    <a:pt x="38" y="16"/>
                  </a:cubicBezTo>
                  <a:cubicBezTo>
                    <a:pt x="38" y="17"/>
                    <a:pt x="37" y="17"/>
                    <a:pt x="37" y="17"/>
                  </a:cubicBezTo>
                  <a:cubicBezTo>
                    <a:pt x="37" y="18"/>
                    <a:pt x="37" y="18"/>
                    <a:pt x="37" y="19"/>
                  </a:cubicBezTo>
                  <a:cubicBezTo>
                    <a:pt x="38" y="19"/>
                    <a:pt x="37" y="19"/>
                    <a:pt x="37" y="19"/>
                  </a:cubicBezTo>
                  <a:cubicBezTo>
                    <a:pt x="36" y="20"/>
                    <a:pt x="35" y="19"/>
                    <a:pt x="35" y="18"/>
                  </a:cubicBezTo>
                  <a:cubicBezTo>
                    <a:pt x="35" y="18"/>
                    <a:pt x="35" y="17"/>
                    <a:pt x="34" y="17"/>
                  </a:cubicBezTo>
                  <a:cubicBezTo>
                    <a:pt x="34" y="17"/>
                    <a:pt x="33" y="17"/>
                    <a:pt x="33" y="17"/>
                  </a:cubicBezTo>
                  <a:cubicBezTo>
                    <a:pt x="33" y="16"/>
                    <a:pt x="32" y="16"/>
                    <a:pt x="32" y="16"/>
                  </a:cubicBezTo>
                  <a:cubicBezTo>
                    <a:pt x="31" y="16"/>
                    <a:pt x="30" y="16"/>
                    <a:pt x="29" y="16"/>
                  </a:cubicBezTo>
                  <a:cubicBezTo>
                    <a:pt x="30" y="16"/>
                    <a:pt x="29" y="15"/>
                    <a:pt x="29" y="15"/>
                  </a:cubicBezTo>
                  <a:cubicBezTo>
                    <a:pt x="29" y="14"/>
                    <a:pt x="29" y="14"/>
                    <a:pt x="29" y="14"/>
                  </a:cubicBezTo>
                  <a:cubicBezTo>
                    <a:pt x="29" y="13"/>
                    <a:pt x="29" y="13"/>
                    <a:pt x="29" y="13"/>
                  </a:cubicBezTo>
                  <a:cubicBezTo>
                    <a:pt x="29" y="12"/>
                    <a:pt x="30" y="11"/>
                    <a:pt x="30" y="11"/>
                  </a:cubicBezTo>
                  <a:cubicBezTo>
                    <a:pt x="31" y="12"/>
                    <a:pt x="31" y="12"/>
                    <a:pt x="32" y="11"/>
                  </a:cubicBezTo>
                  <a:cubicBezTo>
                    <a:pt x="32" y="11"/>
                    <a:pt x="32" y="10"/>
                    <a:pt x="33" y="10"/>
                  </a:cubicBezTo>
                  <a:cubicBezTo>
                    <a:pt x="33" y="9"/>
                    <a:pt x="34" y="10"/>
                    <a:pt x="35" y="10"/>
                  </a:cubicBezTo>
                  <a:cubicBezTo>
                    <a:pt x="35" y="10"/>
                    <a:pt x="35" y="9"/>
                    <a:pt x="35" y="9"/>
                  </a:cubicBezTo>
                  <a:cubicBezTo>
                    <a:pt x="35" y="9"/>
                    <a:pt x="35" y="8"/>
                    <a:pt x="35" y="8"/>
                  </a:cubicBezTo>
                  <a:cubicBezTo>
                    <a:pt x="34" y="7"/>
                    <a:pt x="33" y="8"/>
                    <a:pt x="34" y="8"/>
                  </a:cubicBezTo>
                  <a:cubicBezTo>
                    <a:pt x="34" y="8"/>
                    <a:pt x="33" y="10"/>
                    <a:pt x="32" y="9"/>
                  </a:cubicBezTo>
                  <a:cubicBezTo>
                    <a:pt x="32" y="9"/>
                    <a:pt x="32" y="8"/>
                    <a:pt x="31" y="8"/>
                  </a:cubicBezTo>
                  <a:cubicBezTo>
                    <a:pt x="31" y="8"/>
                    <a:pt x="31" y="8"/>
                    <a:pt x="31" y="9"/>
                  </a:cubicBezTo>
                  <a:cubicBezTo>
                    <a:pt x="31" y="8"/>
                    <a:pt x="30" y="8"/>
                    <a:pt x="29" y="8"/>
                  </a:cubicBezTo>
                  <a:cubicBezTo>
                    <a:pt x="30" y="7"/>
                    <a:pt x="29" y="7"/>
                    <a:pt x="29" y="7"/>
                  </a:cubicBezTo>
                  <a:cubicBezTo>
                    <a:pt x="29" y="6"/>
                    <a:pt x="28" y="6"/>
                    <a:pt x="27" y="6"/>
                  </a:cubicBezTo>
                  <a:cubicBezTo>
                    <a:pt x="27" y="7"/>
                    <a:pt x="28" y="8"/>
                    <a:pt x="29" y="8"/>
                  </a:cubicBezTo>
                  <a:cubicBezTo>
                    <a:pt x="29" y="8"/>
                    <a:pt x="29" y="8"/>
                    <a:pt x="29" y="8"/>
                  </a:cubicBezTo>
                  <a:cubicBezTo>
                    <a:pt x="29" y="8"/>
                    <a:pt x="28" y="9"/>
                    <a:pt x="28" y="9"/>
                  </a:cubicBezTo>
                  <a:cubicBezTo>
                    <a:pt x="28" y="9"/>
                    <a:pt x="28" y="10"/>
                    <a:pt x="28" y="10"/>
                  </a:cubicBezTo>
                  <a:cubicBezTo>
                    <a:pt x="27" y="10"/>
                    <a:pt x="27" y="9"/>
                    <a:pt x="27" y="9"/>
                  </a:cubicBezTo>
                  <a:cubicBezTo>
                    <a:pt x="28" y="9"/>
                    <a:pt x="26" y="9"/>
                    <a:pt x="26" y="9"/>
                  </a:cubicBezTo>
                  <a:cubicBezTo>
                    <a:pt x="25" y="9"/>
                    <a:pt x="24" y="9"/>
                    <a:pt x="24" y="9"/>
                  </a:cubicBezTo>
                  <a:cubicBezTo>
                    <a:pt x="24" y="8"/>
                    <a:pt x="24" y="7"/>
                    <a:pt x="24" y="8"/>
                  </a:cubicBezTo>
                  <a:cubicBezTo>
                    <a:pt x="24" y="7"/>
                    <a:pt x="23" y="7"/>
                    <a:pt x="23" y="7"/>
                  </a:cubicBezTo>
                  <a:cubicBezTo>
                    <a:pt x="22" y="7"/>
                    <a:pt x="21" y="8"/>
                    <a:pt x="19" y="9"/>
                  </a:cubicBezTo>
                  <a:cubicBezTo>
                    <a:pt x="19" y="9"/>
                    <a:pt x="20" y="9"/>
                    <a:pt x="20" y="9"/>
                  </a:cubicBezTo>
                  <a:cubicBezTo>
                    <a:pt x="20" y="8"/>
                    <a:pt x="20" y="8"/>
                    <a:pt x="21" y="8"/>
                  </a:cubicBezTo>
                  <a:cubicBezTo>
                    <a:pt x="21" y="8"/>
                    <a:pt x="22" y="7"/>
                    <a:pt x="22" y="8"/>
                  </a:cubicBezTo>
                  <a:cubicBezTo>
                    <a:pt x="22" y="8"/>
                    <a:pt x="23" y="8"/>
                    <a:pt x="23" y="8"/>
                  </a:cubicBezTo>
                  <a:cubicBezTo>
                    <a:pt x="23" y="8"/>
                    <a:pt x="23" y="8"/>
                    <a:pt x="23" y="9"/>
                  </a:cubicBezTo>
                  <a:cubicBezTo>
                    <a:pt x="23" y="8"/>
                    <a:pt x="23" y="9"/>
                    <a:pt x="22" y="9"/>
                  </a:cubicBezTo>
                  <a:cubicBezTo>
                    <a:pt x="22" y="9"/>
                    <a:pt x="21" y="9"/>
                    <a:pt x="21" y="9"/>
                  </a:cubicBezTo>
                  <a:cubicBezTo>
                    <a:pt x="21" y="9"/>
                    <a:pt x="22" y="10"/>
                    <a:pt x="22" y="10"/>
                  </a:cubicBezTo>
                  <a:cubicBezTo>
                    <a:pt x="21" y="9"/>
                    <a:pt x="21" y="9"/>
                    <a:pt x="20" y="9"/>
                  </a:cubicBezTo>
                  <a:cubicBezTo>
                    <a:pt x="20" y="9"/>
                    <a:pt x="19" y="9"/>
                    <a:pt x="19" y="9"/>
                  </a:cubicBezTo>
                  <a:cubicBezTo>
                    <a:pt x="15" y="11"/>
                    <a:pt x="12" y="14"/>
                    <a:pt x="10" y="18"/>
                  </a:cubicBezTo>
                  <a:cubicBezTo>
                    <a:pt x="10" y="18"/>
                    <a:pt x="10" y="18"/>
                    <a:pt x="10" y="18"/>
                  </a:cubicBezTo>
                  <a:cubicBezTo>
                    <a:pt x="10" y="18"/>
                    <a:pt x="10" y="19"/>
                    <a:pt x="11" y="19"/>
                  </a:cubicBezTo>
                  <a:cubicBezTo>
                    <a:pt x="11" y="19"/>
                    <a:pt x="11" y="19"/>
                    <a:pt x="11" y="19"/>
                  </a:cubicBezTo>
                  <a:cubicBezTo>
                    <a:pt x="11" y="19"/>
                    <a:pt x="13" y="20"/>
                    <a:pt x="13" y="21"/>
                  </a:cubicBezTo>
                  <a:cubicBezTo>
                    <a:pt x="13" y="21"/>
                    <a:pt x="13" y="21"/>
                    <a:pt x="14" y="21"/>
                  </a:cubicBezTo>
                  <a:cubicBezTo>
                    <a:pt x="14" y="22"/>
                    <a:pt x="13" y="22"/>
                    <a:pt x="13" y="22"/>
                  </a:cubicBezTo>
                  <a:cubicBezTo>
                    <a:pt x="13" y="22"/>
                    <a:pt x="12" y="21"/>
                    <a:pt x="12" y="22"/>
                  </a:cubicBezTo>
                  <a:cubicBezTo>
                    <a:pt x="12" y="22"/>
                    <a:pt x="12" y="23"/>
                    <a:pt x="13" y="23"/>
                  </a:cubicBezTo>
                  <a:cubicBezTo>
                    <a:pt x="12" y="23"/>
                    <a:pt x="12" y="25"/>
                    <a:pt x="12" y="26"/>
                  </a:cubicBezTo>
                  <a:cubicBezTo>
                    <a:pt x="12" y="26"/>
                    <a:pt x="12" y="26"/>
                    <a:pt x="12" y="26"/>
                  </a:cubicBezTo>
                  <a:cubicBezTo>
                    <a:pt x="12" y="26"/>
                    <a:pt x="13" y="28"/>
                    <a:pt x="13" y="28"/>
                  </a:cubicBezTo>
                  <a:cubicBezTo>
                    <a:pt x="13" y="28"/>
                    <a:pt x="14" y="30"/>
                    <a:pt x="15" y="30"/>
                  </a:cubicBezTo>
                  <a:cubicBezTo>
                    <a:pt x="15" y="30"/>
                    <a:pt x="16" y="31"/>
                    <a:pt x="16" y="31"/>
                  </a:cubicBezTo>
                  <a:cubicBezTo>
                    <a:pt x="17" y="32"/>
                    <a:pt x="17" y="33"/>
                    <a:pt x="17" y="33"/>
                  </a:cubicBezTo>
                  <a:cubicBezTo>
                    <a:pt x="17" y="34"/>
                    <a:pt x="18" y="34"/>
                    <a:pt x="18" y="35"/>
                  </a:cubicBezTo>
                  <a:cubicBezTo>
                    <a:pt x="18" y="35"/>
                    <a:pt x="18" y="35"/>
                    <a:pt x="18" y="35"/>
                  </a:cubicBezTo>
                  <a:cubicBezTo>
                    <a:pt x="18" y="35"/>
                    <a:pt x="19" y="35"/>
                    <a:pt x="19" y="36"/>
                  </a:cubicBezTo>
                  <a:cubicBezTo>
                    <a:pt x="19" y="36"/>
                    <a:pt x="19" y="37"/>
                    <a:pt x="19" y="37"/>
                  </a:cubicBezTo>
                  <a:cubicBezTo>
                    <a:pt x="20" y="36"/>
                    <a:pt x="19" y="35"/>
                    <a:pt x="18" y="34"/>
                  </a:cubicBezTo>
                  <a:cubicBezTo>
                    <a:pt x="18" y="34"/>
                    <a:pt x="18" y="34"/>
                    <a:pt x="18" y="33"/>
                  </a:cubicBezTo>
                  <a:cubicBezTo>
                    <a:pt x="18" y="33"/>
                    <a:pt x="18" y="32"/>
                    <a:pt x="17" y="32"/>
                  </a:cubicBezTo>
                  <a:cubicBezTo>
                    <a:pt x="18" y="32"/>
                    <a:pt x="18" y="32"/>
                    <a:pt x="18" y="33"/>
                  </a:cubicBezTo>
                  <a:cubicBezTo>
                    <a:pt x="18" y="33"/>
                    <a:pt x="20" y="35"/>
                    <a:pt x="20" y="35"/>
                  </a:cubicBezTo>
                  <a:cubicBezTo>
                    <a:pt x="20" y="35"/>
                    <a:pt x="21" y="37"/>
                    <a:pt x="21" y="37"/>
                  </a:cubicBezTo>
                  <a:cubicBezTo>
                    <a:pt x="21" y="37"/>
                    <a:pt x="22" y="37"/>
                    <a:pt x="22" y="38"/>
                  </a:cubicBezTo>
                  <a:cubicBezTo>
                    <a:pt x="22" y="38"/>
                    <a:pt x="22" y="39"/>
                    <a:pt x="23" y="40"/>
                  </a:cubicBezTo>
                  <a:cubicBezTo>
                    <a:pt x="23" y="41"/>
                    <a:pt x="24" y="41"/>
                    <a:pt x="25" y="41"/>
                  </a:cubicBezTo>
                  <a:cubicBezTo>
                    <a:pt x="25" y="42"/>
                    <a:pt x="26" y="42"/>
                    <a:pt x="26" y="42"/>
                  </a:cubicBezTo>
                  <a:cubicBezTo>
                    <a:pt x="27" y="43"/>
                    <a:pt x="27" y="42"/>
                    <a:pt x="28" y="42"/>
                  </a:cubicBezTo>
                  <a:cubicBezTo>
                    <a:pt x="29" y="42"/>
                    <a:pt x="29" y="43"/>
                    <a:pt x="30" y="44"/>
                  </a:cubicBezTo>
                  <a:cubicBezTo>
                    <a:pt x="31" y="44"/>
                    <a:pt x="32" y="44"/>
                    <a:pt x="32" y="44"/>
                  </a:cubicBezTo>
                  <a:cubicBezTo>
                    <a:pt x="32" y="44"/>
                    <a:pt x="33" y="46"/>
                    <a:pt x="33" y="46"/>
                  </a:cubicBezTo>
                  <a:cubicBezTo>
                    <a:pt x="34" y="46"/>
                    <a:pt x="34" y="47"/>
                    <a:pt x="35" y="47"/>
                  </a:cubicBezTo>
                  <a:cubicBezTo>
                    <a:pt x="35" y="47"/>
                    <a:pt x="35" y="47"/>
                    <a:pt x="35" y="47"/>
                  </a:cubicBezTo>
                  <a:cubicBezTo>
                    <a:pt x="35" y="47"/>
                    <a:pt x="36" y="48"/>
                    <a:pt x="36" y="48"/>
                  </a:cubicBezTo>
                  <a:cubicBezTo>
                    <a:pt x="36" y="48"/>
                    <a:pt x="36" y="47"/>
                    <a:pt x="36" y="47"/>
                  </a:cubicBezTo>
                  <a:cubicBezTo>
                    <a:pt x="36" y="47"/>
                    <a:pt x="35" y="47"/>
                    <a:pt x="34" y="46"/>
                  </a:cubicBezTo>
                  <a:cubicBezTo>
                    <a:pt x="34" y="46"/>
                    <a:pt x="34" y="45"/>
                    <a:pt x="34" y="45"/>
                  </a:cubicBezTo>
                  <a:cubicBezTo>
                    <a:pt x="35" y="45"/>
                    <a:pt x="35" y="44"/>
                    <a:pt x="34" y="43"/>
                  </a:cubicBezTo>
                  <a:cubicBezTo>
                    <a:pt x="34" y="43"/>
                    <a:pt x="34" y="43"/>
                    <a:pt x="34" y="42"/>
                  </a:cubicBezTo>
                  <a:cubicBezTo>
                    <a:pt x="33" y="43"/>
                    <a:pt x="33" y="42"/>
                    <a:pt x="32" y="42"/>
                  </a:cubicBezTo>
                  <a:cubicBezTo>
                    <a:pt x="32" y="42"/>
                    <a:pt x="32" y="42"/>
                    <a:pt x="32" y="42"/>
                  </a:cubicBezTo>
                  <a:cubicBezTo>
                    <a:pt x="32" y="42"/>
                    <a:pt x="32" y="43"/>
                    <a:pt x="32" y="42"/>
                  </a:cubicBezTo>
                  <a:cubicBezTo>
                    <a:pt x="32" y="42"/>
                    <a:pt x="32" y="41"/>
                    <a:pt x="32" y="41"/>
                  </a:cubicBezTo>
                  <a:cubicBezTo>
                    <a:pt x="32" y="40"/>
                    <a:pt x="33" y="39"/>
                    <a:pt x="32" y="39"/>
                  </a:cubicBezTo>
                  <a:cubicBezTo>
                    <a:pt x="31" y="39"/>
                    <a:pt x="31" y="39"/>
                    <a:pt x="31" y="40"/>
                  </a:cubicBezTo>
                  <a:cubicBezTo>
                    <a:pt x="30" y="40"/>
                    <a:pt x="30" y="40"/>
                    <a:pt x="30" y="41"/>
                  </a:cubicBezTo>
                  <a:cubicBezTo>
                    <a:pt x="30" y="41"/>
                    <a:pt x="28" y="41"/>
                    <a:pt x="28" y="41"/>
                  </a:cubicBezTo>
                  <a:cubicBezTo>
                    <a:pt x="27" y="40"/>
                    <a:pt x="27" y="39"/>
                    <a:pt x="27" y="38"/>
                  </a:cubicBezTo>
                  <a:cubicBezTo>
                    <a:pt x="27" y="37"/>
                    <a:pt x="27" y="36"/>
                    <a:pt x="27" y="35"/>
                  </a:cubicBezTo>
                  <a:cubicBezTo>
                    <a:pt x="27" y="35"/>
                    <a:pt x="27" y="34"/>
                    <a:pt x="27" y="34"/>
                  </a:cubicBezTo>
                  <a:cubicBezTo>
                    <a:pt x="28" y="34"/>
                    <a:pt x="28" y="34"/>
                    <a:pt x="28" y="34"/>
                  </a:cubicBezTo>
                  <a:cubicBezTo>
                    <a:pt x="28" y="34"/>
                    <a:pt x="28" y="34"/>
                    <a:pt x="28" y="34"/>
                  </a:cubicBezTo>
                  <a:cubicBezTo>
                    <a:pt x="28" y="34"/>
                    <a:pt x="29" y="33"/>
                    <a:pt x="30" y="34"/>
                  </a:cubicBezTo>
                  <a:cubicBezTo>
                    <a:pt x="30" y="34"/>
                    <a:pt x="31" y="34"/>
                    <a:pt x="31" y="33"/>
                  </a:cubicBezTo>
                  <a:cubicBezTo>
                    <a:pt x="31" y="33"/>
                    <a:pt x="31" y="33"/>
                    <a:pt x="31" y="33"/>
                  </a:cubicBezTo>
                  <a:cubicBezTo>
                    <a:pt x="31" y="33"/>
                    <a:pt x="31" y="33"/>
                    <a:pt x="32" y="33"/>
                  </a:cubicBezTo>
                  <a:cubicBezTo>
                    <a:pt x="32" y="33"/>
                    <a:pt x="33" y="33"/>
                    <a:pt x="33" y="33"/>
                  </a:cubicBezTo>
                  <a:cubicBezTo>
                    <a:pt x="34" y="34"/>
                    <a:pt x="34" y="34"/>
                    <a:pt x="34" y="33"/>
                  </a:cubicBezTo>
                  <a:cubicBezTo>
                    <a:pt x="35" y="34"/>
                    <a:pt x="35" y="34"/>
                    <a:pt x="35" y="34"/>
                  </a:cubicBezTo>
                  <a:cubicBezTo>
                    <a:pt x="35" y="35"/>
                    <a:pt x="35" y="36"/>
                    <a:pt x="36" y="36"/>
                  </a:cubicBezTo>
                  <a:cubicBezTo>
                    <a:pt x="36" y="37"/>
                    <a:pt x="36" y="35"/>
                    <a:pt x="36" y="35"/>
                  </a:cubicBezTo>
                  <a:cubicBezTo>
                    <a:pt x="36" y="35"/>
                    <a:pt x="36" y="33"/>
                    <a:pt x="36" y="33"/>
                  </a:cubicBezTo>
                  <a:cubicBezTo>
                    <a:pt x="35" y="33"/>
                    <a:pt x="35" y="32"/>
                    <a:pt x="36" y="31"/>
                  </a:cubicBezTo>
                  <a:cubicBezTo>
                    <a:pt x="36" y="31"/>
                    <a:pt x="37" y="31"/>
                    <a:pt x="37" y="31"/>
                  </a:cubicBezTo>
                  <a:cubicBezTo>
                    <a:pt x="38" y="30"/>
                    <a:pt x="38" y="30"/>
                    <a:pt x="38" y="29"/>
                  </a:cubicBezTo>
                  <a:cubicBezTo>
                    <a:pt x="38" y="29"/>
                    <a:pt x="38" y="29"/>
                    <a:pt x="38" y="29"/>
                  </a:cubicBezTo>
                  <a:cubicBezTo>
                    <a:pt x="38" y="29"/>
                    <a:pt x="38" y="28"/>
                    <a:pt x="38" y="29"/>
                  </a:cubicBezTo>
                  <a:cubicBezTo>
                    <a:pt x="38" y="28"/>
                    <a:pt x="38" y="28"/>
                    <a:pt x="38" y="28"/>
                  </a:cubicBezTo>
                  <a:cubicBezTo>
                    <a:pt x="38" y="28"/>
                    <a:pt x="38" y="27"/>
                    <a:pt x="38" y="27"/>
                  </a:cubicBezTo>
                  <a:cubicBezTo>
                    <a:pt x="39" y="28"/>
                    <a:pt x="40" y="27"/>
                    <a:pt x="39" y="26"/>
                  </a:cubicBezTo>
                  <a:cubicBezTo>
                    <a:pt x="40" y="26"/>
                    <a:pt x="41" y="26"/>
                    <a:pt x="41" y="26"/>
                  </a:cubicBezTo>
                  <a:cubicBezTo>
                    <a:pt x="41" y="26"/>
                    <a:pt x="41" y="25"/>
                    <a:pt x="41" y="25"/>
                  </a:cubicBezTo>
                  <a:cubicBezTo>
                    <a:pt x="42" y="24"/>
                    <a:pt x="42" y="24"/>
                    <a:pt x="42" y="24"/>
                  </a:cubicBezTo>
                  <a:cubicBezTo>
                    <a:pt x="42" y="24"/>
                    <a:pt x="43" y="24"/>
                    <a:pt x="43" y="23"/>
                  </a:cubicBezTo>
                  <a:cubicBezTo>
                    <a:pt x="44" y="24"/>
                    <a:pt x="45" y="23"/>
                    <a:pt x="44" y="22"/>
                  </a:cubicBezTo>
                  <a:cubicBezTo>
                    <a:pt x="44" y="22"/>
                    <a:pt x="44" y="22"/>
                    <a:pt x="43" y="22"/>
                  </a:cubicBezTo>
                  <a:cubicBezTo>
                    <a:pt x="44" y="22"/>
                    <a:pt x="44" y="22"/>
                    <a:pt x="44" y="22"/>
                  </a:cubicBezTo>
                  <a:cubicBezTo>
                    <a:pt x="45" y="21"/>
                    <a:pt x="44" y="21"/>
                    <a:pt x="44" y="21"/>
                  </a:cubicBezTo>
                  <a:cubicBezTo>
                    <a:pt x="43" y="21"/>
                    <a:pt x="43" y="21"/>
                    <a:pt x="42" y="21"/>
                  </a:cubicBezTo>
                  <a:cubicBezTo>
                    <a:pt x="42" y="22"/>
                    <a:pt x="42" y="22"/>
                    <a:pt x="41" y="22"/>
                  </a:cubicBezTo>
                  <a:close/>
                  <a:moveTo>
                    <a:pt x="50" y="49"/>
                  </a:moveTo>
                  <a:cubicBezTo>
                    <a:pt x="50" y="49"/>
                    <a:pt x="49" y="49"/>
                    <a:pt x="49" y="49"/>
                  </a:cubicBezTo>
                  <a:cubicBezTo>
                    <a:pt x="49" y="49"/>
                    <a:pt x="48" y="48"/>
                    <a:pt x="48" y="48"/>
                  </a:cubicBezTo>
                  <a:cubicBezTo>
                    <a:pt x="48" y="48"/>
                    <a:pt x="47" y="47"/>
                    <a:pt x="47" y="47"/>
                  </a:cubicBezTo>
                  <a:cubicBezTo>
                    <a:pt x="46" y="46"/>
                    <a:pt x="46" y="46"/>
                    <a:pt x="45" y="46"/>
                  </a:cubicBezTo>
                  <a:cubicBezTo>
                    <a:pt x="45" y="46"/>
                    <a:pt x="44" y="47"/>
                    <a:pt x="44" y="47"/>
                  </a:cubicBezTo>
                  <a:cubicBezTo>
                    <a:pt x="44" y="46"/>
                    <a:pt x="43" y="46"/>
                    <a:pt x="43" y="46"/>
                  </a:cubicBezTo>
                  <a:cubicBezTo>
                    <a:pt x="42" y="46"/>
                    <a:pt x="42" y="45"/>
                    <a:pt x="41" y="46"/>
                  </a:cubicBezTo>
                  <a:cubicBezTo>
                    <a:pt x="41" y="46"/>
                    <a:pt x="41" y="46"/>
                    <a:pt x="41" y="47"/>
                  </a:cubicBezTo>
                  <a:cubicBezTo>
                    <a:pt x="40" y="46"/>
                    <a:pt x="41" y="46"/>
                    <a:pt x="41" y="45"/>
                  </a:cubicBezTo>
                  <a:cubicBezTo>
                    <a:pt x="40" y="45"/>
                    <a:pt x="39" y="46"/>
                    <a:pt x="39" y="46"/>
                  </a:cubicBezTo>
                  <a:cubicBezTo>
                    <a:pt x="39" y="46"/>
                    <a:pt x="39" y="46"/>
                    <a:pt x="38" y="46"/>
                  </a:cubicBezTo>
                  <a:cubicBezTo>
                    <a:pt x="38" y="47"/>
                    <a:pt x="38" y="47"/>
                    <a:pt x="38" y="47"/>
                  </a:cubicBezTo>
                  <a:cubicBezTo>
                    <a:pt x="38" y="47"/>
                    <a:pt x="37" y="47"/>
                    <a:pt x="37" y="47"/>
                  </a:cubicBezTo>
                  <a:cubicBezTo>
                    <a:pt x="37" y="48"/>
                    <a:pt x="37" y="49"/>
                    <a:pt x="37" y="50"/>
                  </a:cubicBezTo>
                  <a:cubicBezTo>
                    <a:pt x="38" y="50"/>
                    <a:pt x="37" y="51"/>
                    <a:pt x="37" y="52"/>
                  </a:cubicBezTo>
                  <a:cubicBezTo>
                    <a:pt x="37" y="52"/>
                    <a:pt x="36" y="53"/>
                    <a:pt x="36" y="53"/>
                  </a:cubicBezTo>
                  <a:cubicBezTo>
                    <a:pt x="36" y="54"/>
                    <a:pt x="36" y="54"/>
                    <a:pt x="36" y="54"/>
                  </a:cubicBezTo>
                  <a:cubicBezTo>
                    <a:pt x="36" y="55"/>
                    <a:pt x="36" y="55"/>
                    <a:pt x="36" y="56"/>
                  </a:cubicBezTo>
                  <a:cubicBezTo>
                    <a:pt x="36" y="56"/>
                    <a:pt x="36" y="56"/>
                    <a:pt x="36" y="57"/>
                  </a:cubicBezTo>
                  <a:cubicBezTo>
                    <a:pt x="41" y="56"/>
                    <a:pt x="46" y="53"/>
                    <a:pt x="50" y="49"/>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1" name="Freeform 92">
              <a:extLst>
                <a:ext uri="{FF2B5EF4-FFF2-40B4-BE49-F238E27FC236}">
                  <a16:creationId xmlns:a16="http://schemas.microsoft.com/office/drawing/2014/main" id="{8B728243-50EB-D9D4-F49B-2CBE7B48A7F0}"/>
                </a:ext>
              </a:extLst>
            </p:cNvPr>
            <p:cNvSpPr>
              <a:spLocks noEditPoints="1"/>
            </p:cNvSpPr>
            <p:nvPr/>
          </p:nvSpPr>
          <p:spPr bwMode="auto">
            <a:xfrm>
              <a:off x="3702415" y="1648889"/>
              <a:ext cx="356160" cy="331046"/>
            </a:xfrm>
            <a:custGeom>
              <a:avLst/>
              <a:gdLst/>
              <a:ahLst/>
              <a:cxnLst>
                <a:cxn ang="0">
                  <a:pos x="20" y="47"/>
                </a:cxn>
                <a:cxn ang="0">
                  <a:pos x="5" y="29"/>
                </a:cxn>
                <a:cxn ang="0">
                  <a:pos x="2" y="19"/>
                </a:cxn>
                <a:cxn ang="0">
                  <a:pos x="11" y="17"/>
                </a:cxn>
                <a:cxn ang="0">
                  <a:pos x="21" y="24"/>
                </a:cxn>
                <a:cxn ang="0">
                  <a:pos x="20" y="47"/>
                </a:cxn>
                <a:cxn ang="0">
                  <a:pos x="33" y="57"/>
                </a:cxn>
                <a:cxn ang="0">
                  <a:pos x="27" y="59"/>
                </a:cxn>
                <a:cxn ang="0">
                  <a:pos x="23" y="58"/>
                </a:cxn>
                <a:cxn ang="0">
                  <a:pos x="22" y="49"/>
                </a:cxn>
                <a:cxn ang="0">
                  <a:pos x="22" y="18"/>
                </a:cxn>
                <a:cxn ang="0">
                  <a:pos x="25" y="9"/>
                </a:cxn>
                <a:cxn ang="0">
                  <a:pos x="28" y="9"/>
                </a:cxn>
                <a:cxn ang="0">
                  <a:pos x="34" y="12"/>
                </a:cxn>
                <a:cxn ang="0">
                  <a:pos x="33" y="57"/>
                </a:cxn>
                <a:cxn ang="0">
                  <a:pos x="44" y="52"/>
                </a:cxn>
                <a:cxn ang="0">
                  <a:pos x="41" y="42"/>
                </a:cxn>
                <a:cxn ang="0">
                  <a:pos x="41" y="27"/>
                </a:cxn>
                <a:cxn ang="0">
                  <a:pos x="37" y="14"/>
                </a:cxn>
                <a:cxn ang="0">
                  <a:pos x="46" y="22"/>
                </a:cxn>
                <a:cxn ang="0">
                  <a:pos x="47" y="25"/>
                </a:cxn>
                <a:cxn ang="0">
                  <a:pos x="47" y="39"/>
                </a:cxn>
                <a:cxn ang="0">
                  <a:pos x="44" y="52"/>
                </a:cxn>
                <a:cxn ang="0">
                  <a:pos x="58" y="63"/>
                </a:cxn>
                <a:cxn ang="0">
                  <a:pos x="51" y="67"/>
                </a:cxn>
                <a:cxn ang="0">
                  <a:pos x="48" y="66"/>
                </a:cxn>
                <a:cxn ang="0">
                  <a:pos x="45" y="57"/>
                </a:cxn>
                <a:cxn ang="0">
                  <a:pos x="45" y="11"/>
                </a:cxn>
                <a:cxn ang="0">
                  <a:pos x="48" y="1"/>
                </a:cxn>
                <a:cxn ang="0">
                  <a:pos x="51" y="0"/>
                </a:cxn>
                <a:cxn ang="0">
                  <a:pos x="58" y="4"/>
                </a:cxn>
                <a:cxn ang="0">
                  <a:pos x="58" y="63"/>
                </a:cxn>
              </a:cxnLst>
              <a:rect l="0" t="0" r="r" b="b"/>
              <a:pathLst>
                <a:path w="72" h="67">
                  <a:moveTo>
                    <a:pt x="20" y="47"/>
                  </a:moveTo>
                  <a:cubicBezTo>
                    <a:pt x="17" y="35"/>
                    <a:pt x="5" y="29"/>
                    <a:pt x="5" y="29"/>
                  </a:cubicBezTo>
                  <a:cubicBezTo>
                    <a:pt x="2" y="27"/>
                    <a:pt x="0" y="23"/>
                    <a:pt x="2" y="19"/>
                  </a:cubicBezTo>
                  <a:cubicBezTo>
                    <a:pt x="4" y="16"/>
                    <a:pt x="8" y="15"/>
                    <a:pt x="11" y="17"/>
                  </a:cubicBezTo>
                  <a:cubicBezTo>
                    <a:pt x="12" y="17"/>
                    <a:pt x="16" y="19"/>
                    <a:pt x="21" y="24"/>
                  </a:cubicBezTo>
                  <a:cubicBezTo>
                    <a:pt x="23" y="29"/>
                    <a:pt x="25" y="39"/>
                    <a:pt x="20" y="47"/>
                  </a:cubicBezTo>
                  <a:close/>
                  <a:moveTo>
                    <a:pt x="33" y="57"/>
                  </a:moveTo>
                  <a:cubicBezTo>
                    <a:pt x="32" y="58"/>
                    <a:pt x="29" y="59"/>
                    <a:pt x="27" y="59"/>
                  </a:cubicBezTo>
                  <a:cubicBezTo>
                    <a:pt x="26" y="59"/>
                    <a:pt x="25" y="59"/>
                    <a:pt x="23" y="58"/>
                  </a:cubicBezTo>
                  <a:cubicBezTo>
                    <a:pt x="20" y="56"/>
                    <a:pt x="20" y="52"/>
                    <a:pt x="22" y="49"/>
                  </a:cubicBezTo>
                  <a:cubicBezTo>
                    <a:pt x="30" y="37"/>
                    <a:pt x="22" y="19"/>
                    <a:pt x="22" y="18"/>
                  </a:cubicBezTo>
                  <a:cubicBezTo>
                    <a:pt x="20" y="15"/>
                    <a:pt x="21" y="11"/>
                    <a:pt x="25" y="9"/>
                  </a:cubicBezTo>
                  <a:cubicBezTo>
                    <a:pt x="26" y="9"/>
                    <a:pt x="27" y="9"/>
                    <a:pt x="28" y="9"/>
                  </a:cubicBezTo>
                  <a:cubicBezTo>
                    <a:pt x="30" y="9"/>
                    <a:pt x="33" y="10"/>
                    <a:pt x="34" y="12"/>
                  </a:cubicBezTo>
                  <a:cubicBezTo>
                    <a:pt x="34" y="13"/>
                    <a:pt x="46" y="38"/>
                    <a:pt x="33" y="57"/>
                  </a:cubicBezTo>
                  <a:close/>
                  <a:moveTo>
                    <a:pt x="44" y="52"/>
                  </a:moveTo>
                  <a:cubicBezTo>
                    <a:pt x="44" y="48"/>
                    <a:pt x="43" y="45"/>
                    <a:pt x="41" y="42"/>
                  </a:cubicBezTo>
                  <a:cubicBezTo>
                    <a:pt x="42" y="37"/>
                    <a:pt x="42" y="32"/>
                    <a:pt x="41" y="27"/>
                  </a:cubicBezTo>
                  <a:cubicBezTo>
                    <a:pt x="40" y="21"/>
                    <a:pt x="39" y="16"/>
                    <a:pt x="37" y="14"/>
                  </a:cubicBezTo>
                  <a:cubicBezTo>
                    <a:pt x="40" y="16"/>
                    <a:pt x="43" y="18"/>
                    <a:pt x="46" y="22"/>
                  </a:cubicBezTo>
                  <a:cubicBezTo>
                    <a:pt x="46" y="23"/>
                    <a:pt x="46" y="24"/>
                    <a:pt x="47" y="25"/>
                  </a:cubicBezTo>
                  <a:cubicBezTo>
                    <a:pt x="47" y="30"/>
                    <a:pt x="47" y="35"/>
                    <a:pt x="47" y="39"/>
                  </a:cubicBezTo>
                  <a:cubicBezTo>
                    <a:pt x="46" y="43"/>
                    <a:pt x="45" y="48"/>
                    <a:pt x="44" y="52"/>
                  </a:cubicBezTo>
                  <a:close/>
                  <a:moveTo>
                    <a:pt x="58" y="63"/>
                  </a:moveTo>
                  <a:cubicBezTo>
                    <a:pt x="56" y="66"/>
                    <a:pt x="54" y="67"/>
                    <a:pt x="51" y="67"/>
                  </a:cubicBezTo>
                  <a:cubicBezTo>
                    <a:pt x="50" y="67"/>
                    <a:pt x="49" y="67"/>
                    <a:pt x="48" y="66"/>
                  </a:cubicBezTo>
                  <a:cubicBezTo>
                    <a:pt x="45" y="65"/>
                    <a:pt x="43" y="61"/>
                    <a:pt x="45" y="57"/>
                  </a:cubicBezTo>
                  <a:cubicBezTo>
                    <a:pt x="56" y="32"/>
                    <a:pt x="45" y="11"/>
                    <a:pt x="45" y="11"/>
                  </a:cubicBezTo>
                  <a:cubicBezTo>
                    <a:pt x="43" y="7"/>
                    <a:pt x="45" y="3"/>
                    <a:pt x="48" y="1"/>
                  </a:cubicBezTo>
                  <a:cubicBezTo>
                    <a:pt x="49" y="1"/>
                    <a:pt x="50" y="0"/>
                    <a:pt x="51" y="0"/>
                  </a:cubicBezTo>
                  <a:cubicBezTo>
                    <a:pt x="54" y="0"/>
                    <a:pt x="57" y="2"/>
                    <a:pt x="58" y="4"/>
                  </a:cubicBezTo>
                  <a:cubicBezTo>
                    <a:pt x="58" y="5"/>
                    <a:pt x="72" y="32"/>
                    <a:pt x="58" y="63"/>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2" name="Freeform 101">
              <a:extLst>
                <a:ext uri="{FF2B5EF4-FFF2-40B4-BE49-F238E27FC236}">
                  <a16:creationId xmlns:a16="http://schemas.microsoft.com/office/drawing/2014/main" id="{55FC33C2-9D27-ED4D-DCA7-33A1E9693DA6}"/>
                </a:ext>
              </a:extLst>
            </p:cNvPr>
            <p:cNvSpPr>
              <a:spLocks noEditPoints="1"/>
            </p:cNvSpPr>
            <p:nvPr/>
          </p:nvSpPr>
          <p:spPr bwMode="auto">
            <a:xfrm>
              <a:off x="6405914" y="1673062"/>
              <a:ext cx="426634" cy="282701"/>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3" name="Freeform 157">
              <a:extLst>
                <a:ext uri="{FF2B5EF4-FFF2-40B4-BE49-F238E27FC236}">
                  <a16:creationId xmlns:a16="http://schemas.microsoft.com/office/drawing/2014/main" id="{2F7149D6-5792-507B-FDD3-1E3A26B3C290}"/>
                </a:ext>
              </a:extLst>
            </p:cNvPr>
            <p:cNvSpPr>
              <a:spLocks noEditPoints="1"/>
            </p:cNvSpPr>
            <p:nvPr/>
          </p:nvSpPr>
          <p:spPr bwMode="auto">
            <a:xfrm>
              <a:off x="2370799" y="4166330"/>
              <a:ext cx="276967" cy="306716"/>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cxnSp>
        <p:nvCxnSpPr>
          <p:cNvPr id="37" name="Straight Connector 36">
            <a:extLst>
              <a:ext uri="{FF2B5EF4-FFF2-40B4-BE49-F238E27FC236}">
                <a16:creationId xmlns:a16="http://schemas.microsoft.com/office/drawing/2014/main" id="{8889B277-C3A7-96A1-AF69-C2155F08B75F}"/>
              </a:ext>
            </a:extLst>
          </p:cNvPr>
          <p:cNvCxnSpPr/>
          <p:nvPr/>
        </p:nvCxnSpPr>
        <p:spPr>
          <a:xfrm flipH="1">
            <a:off x="3376893" y="125177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3CCFCAF-813F-2C4F-E22F-1E64E8BD9227}"/>
              </a:ext>
            </a:extLst>
          </p:cNvPr>
          <p:cNvCxnSpPr/>
          <p:nvPr/>
        </p:nvCxnSpPr>
        <p:spPr>
          <a:xfrm flipH="1">
            <a:off x="8395933" y="125177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697D6CB1-C3C5-9BB2-DDE6-41305146EA9A}"/>
              </a:ext>
            </a:extLst>
          </p:cNvPr>
          <p:cNvGrpSpPr/>
          <p:nvPr/>
        </p:nvGrpSpPr>
        <p:grpSpPr>
          <a:xfrm>
            <a:off x="1364451" y="4253380"/>
            <a:ext cx="1975086" cy="1415591"/>
            <a:chOff x="1364451" y="4314862"/>
            <a:chExt cx="1975086" cy="1415591"/>
          </a:xfrm>
        </p:grpSpPr>
        <p:sp>
          <p:nvSpPr>
            <p:cNvPr id="39" name="TextBox 38">
              <a:extLst>
                <a:ext uri="{FF2B5EF4-FFF2-40B4-BE49-F238E27FC236}">
                  <a16:creationId xmlns:a16="http://schemas.microsoft.com/office/drawing/2014/main" id="{9E251C81-4F2E-037E-B49C-3E696C2DA75A}"/>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1</a:t>
              </a:r>
              <a:r>
                <a:rPr kumimoji="0" lang="en-US" sz="1400" b="0" i="0" u="none" strike="noStrike" kern="1200" cap="none" spc="0" normalizeH="0" baseline="30000" noProof="0" dirty="0">
                  <a:ln>
                    <a:noFill/>
                  </a:ln>
                  <a:solidFill>
                    <a:prstClr val="black"/>
                  </a:solidFill>
                  <a:effectLst/>
                  <a:uLnTx/>
                  <a:uFillTx/>
                  <a:latin typeface="Segoe UI Semibold"/>
                  <a:ea typeface="+mn-ea"/>
                  <a:cs typeface="Segoe UI" panose="020B0502040204020203" pitchFamily="34" charset="0"/>
                </a:rPr>
                <a:t>st</a:t>
              </a: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 Milestone</a:t>
              </a:r>
            </a:p>
          </p:txBody>
        </p:sp>
        <p:sp>
          <p:nvSpPr>
            <p:cNvPr id="40" name="TextBox 39">
              <a:extLst>
                <a:ext uri="{FF2B5EF4-FFF2-40B4-BE49-F238E27FC236}">
                  <a16:creationId xmlns:a16="http://schemas.microsoft.com/office/drawing/2014/main" id="{3FFEAB57-868E-F6BB-386A-FEFC574E97A8}"/>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42" name="Group 41">
            <a:extLst>
              <a:ext uri="{FF2B5EF4-FFF2-40B4-BE49-F238E27FC236}">
                <a16:creationId xmlns:a16="http://schemas.microsoft.com/office/drawing/2014/main" id="{743EDB4D-35D7-76DB-3CCF-A9B7947A2339}"/>
              </a:ext>
            </a:extLst>
          </p:cNvPr>
          <p:cNvGrpSpPr/>
          <p:nvPr/>
        </p:nvGrpSpPr>
        <p:grpSpPr>
          <a:xfrm>
            <a:off x="2733820" y="2113071"/>
            <a:ext cx="1975086" cy="1415591"/>
            <a:chOff x="1364451" y="4314862"/>
            <a:chExt cx="1975086" cy="1415591"/>
          </a:xfrm>
        </p:grpSpPr>
        <p:sp>
          <p:nvSpPr>
            <p:cNvPr id="43" name="TextBox 42">
              <a:extLst>
                <a:ext uri="{FF2B5EF4-FFF2-40B4-BE49-F238E27FC236}">
                  <a16:creationId xmlns:a16="http://schemas.microsoft.com/office/drawing/2014/main" id="{BB8BE8B4-82A2-7D0D-BD22-8F9D7209286E}"/>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2</a:t>
              </a:r>
              <a:r>
                <a:rPr kumimoji="0" lang="en-US" sz="1400" b="0" i="0" u="none" strike="noStrike" kern="1200" cap="none" spc="0" normalizeH="0" baseline="30000" noProof="0" dirty="0">
                  <a:ln>
                    <a:noFill/>
                  </a:ln>
                  <a:solidFill>
                    <a:prstClr val="black"/>
                  </a:solidFill>
                  <a:effectLst/>
                  <a:uLnTx/>
                  <a:uFillTx/>
                  <a:latin typeface="Segoe UI Semibold"/>
                  <a:ea typeface="+mn-ea"/>
                  <a:cs typeface="Segoe UI" panose="020B0502040204020203" pitchFamily="34" charset="0"/>
                </a:rPr>
                <a:t>nd</a:t>
              </a: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 Milestone</a:t>
              </a:r>
            </a:p>
          </p:txBody>
        </p:sp>
        <p:sp>
          <p:nvSpPr>
            <p:cNvPr id="44" name="TextBox 43">
              <a:extLst>
                <a:ext uri="{FF2B5EF4-FFF2-40B4-BE49-F238E27FC236}">
                  <a16:creationId xmlns:a16="http://schemas.microsoft.com/office/drawing/2014/main" id="{27C51935-6DB2-7A56-D2AF-E3A60BC9671C}"/>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45" name="Group 44">
            <a:extLst>
              <a:ext uri="{FF2B5EF4-FFF2-40B4-BE49-F238E27FC236}">
                <a16:creationId xmlns:a16="http://schemas.microsoft.com/office/drawing/2014/main" id="{0C216C83-9F3D-5BD7-7F49-9503347C4028}"/>
              </a:ext>
            </a:extLst>
          </p:cNvPr>
          <p:cNvGrpSpPr/>
          <p:nvPr/>
        </p:nvGrpSpPr>
        <p:grpSpPr>
          <a:xfrm>
            <a:off x="4105698" y="4253380"/>
            <a:ext cx="1975086" cy="1415591"/>
            <a:chOff x="1364451" y="4314862"/>
            <a:chExt cx="1975086" cy="1415591"/>
          </a:xfrm>
        </p:grpSpPr>
        <p:sp>
          <p:nvSpPr>
            <p:cNvPr id="46" name="TextBox 45">
              <a:extLst>
                <a:ext uri="{FF2B5EF4-FFF2-40B4-BE49-F238E27FC236}">
                  <a16:creationId xmlns:a16="http://schemas.microsoft.com/office/drawing/2014/main" id="{20C74A1C-BB5F-BAE6-BBD6-19B98566F1E1}"/>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3</a:t>
              </a:r>
              <a:r>
                <a:rPr kumimoji="0" lang="en-US" sz="1400" b="0" i="0" u="none" strike="noStrike" kern="1200" cap="none" spc="0" normalizeH="0" baseline="30000" noProof="0" dirty="0">
                  <a:ln>
                    <a:noFill/>
                  </a:ln>
                  <a:solidFill>
                    <a:prstClr val="black"/>
                  </a:solidFill>
                  <a:effectLst/>
                  <a:uLnTx/>
                  <a:uFillTx/>
                  <a:latin typeface="Segoe UI Semibold"/>
                  <a:ea typeface="+mn-ea"/>
                  <a:cs typeface="Segoe UI" panose="020B0502040204020203" pitchFamily="34" charset="0"/>
                </a:rPr>
                <a:t>rd</a:t>
              </a: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 Milestone</a:t>
              </a:r>
            </a:p>
          </p:txBody>
        </p:sp>
        <p:sp>
          <p:nvSpPr>
            <p:cNvPr id="47" name="TextBox 46">
              <a:extLst>
                <a:ext uri="{FF2B5EF4-FFF2-40B4-BE49-F238E27FC236}">
                  <a16:creationId xmlns:a16="http://schemas.microsoft.com/office/drawing/2014/main" id="{E4E7CF00-9494-6C0D-19D4-3D5D6D312C08}"/>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48" name="Group 47">
            <a:extLst>
              <a:ext uri="{FF2B5EF4-FFF2-40B4-BE49-F238E27FC236}">
                <a16:creationId xmlns:a16="http://schemas.microsoft.com/office/drawing/2014/main" id="{B380F146-7F71-D3DD-15F2-821D4F163DDB}"/>
              </a:ext>
            </a:extLst>
          </p:cNvPr>
          <p:cNvGrpSpPr/>
          <p:nvPr/>
        </p:nvGrpSpPr>
        <p:grpSpPr>
          <a:xfrm>
            <a:off x="5473217" y="2113071"/>
            <a:ext cx="1975086" cy="1415591"/>
            <a:chOff x="1364451" y="4314862"/>
            <a:chExt cx="1975086" cy="1415591"/>
          </a:xfrm>
        </p:grpSpPr>
        <p:sp>
          <p:nvSpPr>
            <p:cNvPr id="49" name="TextBox 48">
              <a:extLst>
                <a:ext uri="{FF2B5EF4-FFF2-40B4-BE49-F238E27FC236}">
                  <a16:creationId xmlns:a16="http://schemas.microsoft.com/office/drawing/2014/main" id="{EC06299E-577C-35AC-DE7C-679F7DF7C578}"/>
                </a:ext>
              </a:extLst>
            </p:cNvPr>
            <p:cNvSpPr txBox="1"/>
            <p:nvPr/>
          </p:nvSpPr>
          <p:spPr>
            <a:xfrm>
              <a:off x="1481755" y="4314862"/>
              <a:ext cx="174047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4</a:t>
              </a:r>
              <a:r>
                <a:rPr kumimoji="0" lang="en-US" sz="1600" b="0" i="0" u="none" strike="noStrike" kern="1200" cap="none" spc="0" normalizeH="0" baseline="30000" noProof="0" dirty="0">
                  <a:ln>
                    <a:noFill/>
                  </a:ln>
                  <a:solidFill>
                    <a:prstClr val="black"/>
                  </a:solidFill>
                  <a:effectLst/>
                  <a:uLnTx/>
                  <a:uFillTx/>
                  <a:latin typeface="Segoe UI Semibold"/>
                  <a:ea typeface="+mn-ea"/>
                  <a:cs typeface="Segoe UI" panose="020B0502040204020203" pitchFamily="34" charset="0"/>
                </a:rPr>
                <a:t>th</a:t>
              </a:r>
              <a:r>
                <a:rPr kumimoji="0" lang="en-US" sz="16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 Milestone</a:t>
              </a:r>
            </a:p>
          </p:txBody>
        </p:sp>
        <p:sp>
          <p:nvSpPr>
            <p:cNvPr id="50" name="TextBox 49">
              <a:extLst>
                <a:ext uri="{FF2B5EF4-FFF2-40B4-BE49-F238E27FC236}">
                  <a16:creationId xmlns:a16="http://schemas.microsoft.com/office/drawing/2014/main" id="{1204CF86-BFD3-9D20-CA3B-ED10D7431D56}"/>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51" name="Group 50">
            <a:extLst>
              <a:ext uri="{FF2B5EF4-FFF2-40B4-BE49-F238E27FC236}">
                <a16:creationId xmlns:a16="http://schemas.microsoft.com/office/drawing/2014/main" id="{1656C959-4D95-B164-CDC6-1A7E33C3C39F}"/>
              </a:ext>
            </a:extLst>
          </p:cNvPr>
          <p:cNvGrpSpPr/>
          <p:nvPr/>
        </p:nvGrpSpPr>
        <p:grpSpPr>
          <a:xfrm>
            <a:off x="6846945" y="4253380"/>
            <a:ext cx="1975086" cy="1415591"/>
            <a:chOff x="1364451" y="4314862"/>
            <a:chExt cx="1975086" cy="1415591"/>
          </a:xfrm>
        </p:grpSpPr>
        <p:sp>
          <p:nvSpPr>
            <p:cNvPr id="52" name="TextBox 51">
              <a:extLst>
                <a:ext uri="{FF2B5EF4-FFF2-40B4-BE49-F238E27FC236}">
                  <a16:creationId xmlns:a16="http://schemas.microsoft.com/office/drawing/2014/main" id="{0A5CC8F3-5D9D-FDCD-E725-B1E08B85B410}"/>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5</a:t>
              </a:r>
              <a:r>
                <a:rPr kumimoji="0" lang="en-US" sz="1400" b="0" i="0" u="none" strike="noStrike" kern="1200" cap="none" spc="0" normalizeH="0" baseline="30000" noProof="0" dirty="0">
                  <a:ln>
                    <a:noFill/>
                  </a:ln>
                  <a:solidFill>
                    <a:prstClr val="black"/>
                  </a:solidFill>
                  <a:effectLst/>
                  <a:uLnTx/>
                  <a:uFillTx/>
                  <a:latin typeface="Segoe UI Semibold"/>
                  <a:ea typeface="+mn-ea"/>
                  <a:cs typeface="Segoe UI" panose="020B0502040204020203" pitchFamily="34" charset="0"/>
                </a:rPr>
                <a:t>th</a:t>
              </a: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 Milestone</a:t>
              </a:r>
            </a:p>
          </p:txBody>
        </p:sp>
        <p:sp>
          <p:nvSpPr>
            <p:cNvPr id="53" name="TextBox 52">
              <a:extLst>
                <a:ext uri="{FF2B5EF4-FFF2-40B4-BE49-F238E27FC236}">
                  <a16:creationId xmlns:a16="http://schemas.microsoft.com/office/drawing/2014/main" id="{747902E9-F528-29B0-3173-F4C7C4777CB7}"/>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54" name="Group 53">
            <a:extLst>
              <a:ext uri="{FF2B5EF4-FFF2-40B4-BE49-F238E27FC236}">
                <a16:creationId xmlns:a16="http://schemas.microsoft.com/office/drawing/2014/main" id="{B5584558-9C1C-816C-3BA8-964B663CD1AE}"/>
              </a:ext>
            </a:extLst>
          </p:cNvPr>
          <p:cNvGrpSpPr/>
          <p:nvPr/>
        </p:nvGrpSpPr>
        <p:grpSpPr>
          <a:xfrm>
            <a:off x="8212613" y="2113071"/>
            <a:ext cx="1975086" cy="1415591"/>
            <a:chOff x="1364451" y="4314862"/>
            <a:chExt cx="1975086" cy="1415591"/>
          </a:xfrm>
        </p:grpSpPr>
        <p:sp>
          <p:nvSpPr>
            <p:cNvPr id="55" name="TextBox 54">
              <a:extLst>
                <a:ext uri="{FF2B5EF4-FFF2-40B4-BE49-F238E27FC236}">
                  <a16:creationId xmlns:a16="http://schemas.microsoft.com/office/drawing/2014/main" id="{45B3D135-310D-77CC-FD09-F0804BA52E3D}"/>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6</a:t>
              </a:r>
              <a:r>
                <a:rPr kumimoji="0" lang="en-US" sz="1400" b="0" i="0" u="none" strike="noStrike" kern="1200" cap="none" spc="0" normalizeH="0" baseline="30000" noProof="0" dirty="0">
                  <a:ln>
                    <a:noFill/>
                  </a:ln>
                  <a:solidFill>
                    <a:prstClr val="black"/>
                  </a:solidFill>
                  <a:effectLst/>
                  <a:uLnTx/>
                  <a:uFillTx/>
                  <a:latin typeface="Segoe UI Semibold"/>
                  <a:ea typeface="+mn-ea"/>
                  <a:cs typeface="Segoe UI" panose="020B0502040204020203" pitchFamily="34" charset="0"/>
                </a:rPr>
                <a:t>th</a:t>
              </a:r>
              <a:r>
                <a:rPr kumimoji="0" lang="en-US" sz="1400" b="0" i="0" u="none" strike="noStrike" kern="1200" cap="none" spc="0" normalizeH="0" baseline="0" noProof="0" dirty="0">
                  <a:ln>
                    <a:noFill/>
                  </a:ln>
                  <a:solidFill>
                    <a:prstClr val="black"/>
                  </a:solidFill>
                  <a:effectLst/>
                  <a:uLnTx/>
                  <a:uFillTx/>
                  <a:latin typeface="Segoe UI Semibold"/>
                  <a:ea typeface="+mn-ea"/>
                  <a:cs typeface="Segoe UI" panose="020B0502040204020203" pitchFamily="34" charset="0"/>
                </a:rPr>
                <a:t> Milestone</a:t>
              </a:r>
            </a:p>
          </p:txBody>
        </p:sp>
        <p:sp>
          <p:nvSpPr>
            <p:cNvPr id="56" name="TextBox 55">
              <a:extLst>
                <a:ext uri="{FF2B5EF4-FFF2-40B4-BE49-F238E27FC236}">
                  <a16:creationId xmlns:a16="http://schemas.microsoft.com/office/drawing/2014/main" id="{B23DB50E-98A5-6622-900C-71204F0BE377}"/>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spTree>
    <p:extLst>
      <p:ext uri="{BB962C8B-B14F-4D97-AF65-F5344CB8AC3E}">
        <p14:creationId xmlns:p14="http://schemas.microsoft.com/office/powerpoint/2010/main" val="2446630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729297-BAFA-356A-A38E-40F06D4C1D8E}"/>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Title 1">
            <a:extLst>
              <a:ext uri="{FF2B5EF4-FFF2-40B4-BE49-F238E27FC236}">
                <a16:creationId xmlns:a16="http://schemas.microsoft.com/office/drawing/2014/main" id="{C7C84D54-4CAE-ABB8-5D19-C10F1D6CE97C}"/>
              </a:ext>
            </a:extLst>
          </p:cNvPr>
          <p:cNvSpPr>
            <a:spLocks noGrp="1"/>
          </p:cNvSpPr>
          <p:nvPr>
            <p:ph type="title"/>
          </p:nvPr>
        </p:nvSpPr>
        <p:spPr>
          <a:xfrm>
            <a:off x="838200" y="449969"/>
            <a:ext cx="10515600" cy="647246"/>
          </a:xfrm>
        </p:spPr>
        <p:txBody>
          <a:bodyPr/>
          <a:lstStyle/>
          <a:p>
            <a:r>
              <a:rPr lang="en-US" sz="4400" dirty="0">
                <a:solidFill>
                  <a:srgbClr val="F2C810"/>
                </a:solidFill>
                <a:cs typeface="Segoe UI" panose="020B0502040204020203" pitchFamily="34" charset="0"/>
              </a:rPr>
              <a:t>ARROW</a:t>
            </a:r>
            <a:r>
              <a:rPr lang="en-US" sz="4400" dirty="0">
                <a:cs typeface="Segoe UI" panose="020B0502040204020203" pitchFamily="34" charset="0"/>
              </a:rPr>
              <a:t> INFOGRAPHIC</a:t>
            </a:r>
          </a:p>
        </p:txBody>
      </p:sp>
      <p:sp>
        <p:nvSpPr>
          <p:cNvPr id="6" name="Text Placeholder 2">
            <a:extLst>
              <a:ext uri="{FF2B5EF4-FFF2-40B4-BE49-F238E27FC236}">
                <a16:creationId xmlns:a16="http://schemas.microsoft.com/office/drawing/2014/main" id="{D53BC58F-C82E-45D2-2C69-DCFB990C270F}"/>
              </a:ext>
            </a:extLst>
          </p:cNvPr>
          <p:cNvSpPr>
            <a:spLocks noGrp="1"/>
          </p:cNvSpPr>
          <p:nvPr>
            <p:ph type="body" sz="quarter" idx="13"/>
          </p:nvPr>
        </p:nvSpPr>
        <p:spPr>
          <a:xfrm>
            <a:off x="820035" y="1086328"/>
            <a:ext cx="10515600" cy="350045"/>
          </a:xfrm>
        </p:spPr>
        <p:txBody>
          <a:bodyPr/>
          <a:lstStyle/>
          <a:p>
            <a:r>
              <a:rPr lang="en-US" dirty="0">
                <a:latin typeface="Segoe UI" panose="020B0502040204020203" pitchFamily="34" charset="0"/>
                <a:cs typeface="Segoe UI" panose="020B0502040204020203" pitchFamily="34" charset="0"/>
              </a:rPr>
              <a:t>Get to know us, we’re honest, dedicated and relentless</a:t>
            </a:r>
          </a:p>
          <a:p>
            <a:endParaRPr lang="en-US" dirty="0">
              <a:latin typeface="Segoe UI" panose="020B0502040204020203" pitchFamily="34" charset="0"/>
              <a:cs typeface="Segoe UI" panose="020B0502040204020203" pitchFamily="34" charset="0"/>
            </a:endParaRPr>
          </a:p>
        </p:txBody>
      </p:sp>
      <p:grpSp>
        <p:nvGrpSpPr>
          <p:cNvPr id="7" name="Group 6">
            <a:extLst>
              <a:ext uri="{FF2B5EF4-FFF2-40B4-BE49-F238E27FC236}">
                <a16:creationId xmlns:a16="http://schemas.microsoft.com/office/drawing/2014/main" id="{5C3CBCB3-90E5-41FD-EBE6-4C2A37A5D5E1}"/>
              </a:ext>
            </a:extLst>
          </p:cNvPr>
          <p:cNvGrpSpPr/>
          <p:nvPr/>
        </p:nvGrpSpPr>
        <p:grpSpPr>
          <a:xfrm>
            <a:off x="1591235" y="2322918"/>
            <a:ext cx="8368363" cy="3201798"/>
            <a:chOff x="381000" y="1466151"/>
            <a:chExt cx="8368363" cy="3201798"/>
          </a:xfrm>
        </p:grpSpPr>
        <p:cxnSp>
          <p:nvCxnSpPr>
            <p:cNvPr id="8" name="Straight Connector 7">
              <a:extLst>
                <a:ext uri="{FF2B5EF4-FFF2-40B4-BE49-F238E27FC236}">
                  <a16:creationId xmlns:a16="http://schemas.microsoft.com/office/drawing/2014/main" id="{264E4B18-809D-D2AA-BB51-A8D982DC5C8A}"/>
                </a:ext>
              </a:extLst>
            </p:cNvPr>
            <p:cNvCxnSpPr/>
            <p:nvPr/>
          </p:nvCxnSpPr>
          <p:spPr>
            <a:xfrm rot="10800000" flipV="1">
              <a:off x="1141761" y="2038350"/>
              <a:ext cx="0" cy="874812"/>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423406-A354-06F9-2C08-387B6E344573}"/>
                </a:ext>
              </a:extLst>
            </p:cNvPr>
            <p:cNvCxnSpPr/>
            <p:nvPr/>
          </p:nvCxnSpPr>
          <p:spPr>
            <a:xfrm rot="10800000" flipV="1">
              <a:off x="3880497" y="2038350"/>
              <a:ext cx="0" cy="874812"/>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7A11E4-E89F-7D44-1FDB-D73CE6958E64}"/>
                </a:ext>
              </a:extLst>
            </p:cNvPr>
            <p:cNvCxnSpPr/>
            <p:nvPr/>
          </p:nvCxnSpPr>
          <p:spPr>
            <a:xfrm rot="10800000" flipV="1">
              <a:off x="6619233" y="2038350"/>
              <a:ext cx="0" cy="874812"/>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A7E6062D-E359-46C5-7BFA-9B53D39547F9}"/>
                </a:ext>
              </a:extLst>
            </p:cNvPr>
            <p:cNvGrpSpPr/>
            <p:nvPr/>
          </p:nvGrpSpPr>
          <p:grpSpPr>
            <a:xfrm>
              <a:off x="2511128" y="3220939"/>
              <a:ext cx="5477474" cy="874811"/>
              <a:chOff x="2511128" y="3411046"/>
              <a:chExt cx="5477474" cy="684704"/>
            </a:xfrm>
          </p:grpSpPr>
          <p:cxnSp>
            <p:nvCxnSpPr>
              <p:cNvPr id="36" name="Straight Connector 35">
                <a:extLst>
                  <a:ext uri="{FF2B5EF4-FFF2-40B4-BE49-F238E27FC236}">
                    <a16:creationId xmlns:a16="http://schemas.microsoft.com/office/drawing/2014/main" id="{007AFCA4-4ED4-13ED-11F0-8D1C9B251DC5}"/>
                  </a:ext>
                </a:extLst>
              </p:cNvPr>
              <p:cNvCxnSpPr/>
              <p:nvPr/>
            </p:nvCxnSpPr>
            <p:spPr>
              <a:xfrm flipV="1">
                <a:off x="2511128" y="3411046"/>
                <a:ext cx="0" cy="684704"/>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2FFDD1-2277-CF62-2E6F-2609EF84DA10}"/>
                  </a:ext>
                </a:extLst>
              </p:cNvPr>
              <p:cNvCxnSpPr/>
              <p:nvPr/>
            </p:nvCxnSpPr>
            <p:spPr>
              <a:xfrm flipV="1">
                <a:off x="5249864" y="3411046"/>
                <a:ext cx="0" cy="684704"/>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696AA99-211F-20D4-BF9B-BA992C26421A}"/>
                  </a:ext>
                </a:extLst>
              </p:cNvPr>
              <p:cNvCxnSpPr/>
              <p:nvPr/>
            </p:nvCxnSpPr>
            <p:spPr>
              <a:xfrm flipV="1">
                <a:off x="7988602" y="3411046"/>
                <a:ext cx="0" cy="684704"/>
              </a:xfrm>
              <a:prstGeom prst="line">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2" name="Chevron 9">
              <a:extLst>
                <a:ext uri="{FF2B5EF4-FFF2-40B4-BE49-F238E27FC236}">
                  <a16:creationId xmlns:a16="http://schemas.microsoft.com/office/drawing/2014/main" id="{8D7B6CB4-4A5B-9C54-383F-95220DDCA795}"/>
                </a:ext>
              </a:extLst>
            </p:cNvPr>
            <p:cNvSpPr/>
            <p:nvPr/>
          </p:nvSpPr>
          <p:spPr bwMode="auto">
            <a:xfrm>
              <a:off x="1750368" y="2876550"/>
              <a:ext cx="1521521" cy="381000"/>
            </a:xfrm>
            <a:prstGeom prst="chevron">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3" name="Chevron 10">
              <a:extLst>
                <a:ext uri="{FF2B5EF4-FFF2-40B4-BE49-F238E27FC236}">
                  <a16:creationId xmlns:a16="http://schemas.microsoft.com/office/drawing/2014/main" id="{511A5B07-A23B-9C0D-C71B-44C664C100F7}"/>
                </a:ext>
              </a:extLst>
            </p:cNvPr>
            <p:cNvSpPr/>
            <p:nvPr/>
          </p:nvSpPr>
          <p:spPr bwMode="auto">
            <a:xfrm>
              <a:off x="3119736" y="2876550"/>
              <a:ext cx="1521521" cy="381000"/>
            </a:xfrm>
            <a:prstGeom prst="chevron">
              <a:avLst/>
            </a:prstGeom>
            <a:solidFill>
              <a:srgbClr val="F4BF33"/>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4" name="Chevron 11">
              <a:extLst>
                <a:ext uri="{FF2B5EF4-FFF2-40B4-BE49-F238E27FC236}">
                  <a16:creationId xmlns:a16="http://schemas.microsoft.com/office/drawing/2014/main" id="{9624A0EC-DCC1-57B9-4F3B-2BBFCFF0E92F}"/>
                </a:ext>
              </a:extLst>
            </p:cNvPr>
            <p:cNvSpPr/>
            <p:nvPr/>
          </p:nvSpPr>
          <p:spPr bwMode="auto">
            <a:xfrm>
              <a:off x="4489104" y="2876550"/>
              <a:ext cx="1521521" cy="381000"/>
            </a:xfrm>
            <a:prstGeom prst="chevron">
              <a:avLst/>
            </a:prstGeom>
            <a:solidFill>
              <a:schemeClr val="accent4"/>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5" name="Chevron 12">
              <a:extLst>
                <a:ext uri="{FF2B5EF4-FFF2-40B4-BE49-F238E27FC236}">
                  <a16:creationId xmlns:a16="http://schemas.microsoft.com/office/drawing/2014/main" id="{1B24A429-79EE-5BCF-52DF-CBF05F50979F}"/>
                </a:ext>
              </a:extLst>
            </p:cNvPr>
            <p:cNvSpPr/>
            <p:nvPr/>
          </p:nvSpPr>
          <p:spPr bwMode="auto">
            <a:xfrm>
              <a:off x="5858472" y="2876550"/>
              <a:ext cx="1521521" cy="381000"/>
            </a:xfrm>
            <a:prstGeom prst="chevron">
              <a:avLst/>
            </a:prstGeom>
            <a:solidFill>
              <a:schemeClr val="accent5"/>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6" name="Chevron 13">
              <a:extLst>
                <a:ext uri="{FF2B5EF4-FFF2-40B4-BE49-F238E27FC236}">
                  <a16:creationId xmlns:a16="http://schemas.microsoft.com/office/drawing/2014/main" id="{A2D2D797-B026-8976-09DD-A7B03A4AECEF}"/>
                </a:ext>
              </a:extLst>
            </p:cNvPr>
            <p:cNvSpPr/>
            <p:nvPr/>
          </p:nvSpPr>
          <p:spPr bwMode="auto">
            <a:xfrm>
              <a:off x="7227842" y="2876550"/>
              <a:ext cx="1521521" cy="381000"/>
            </a:xfrm>
            <a:prstGeom prst="chevron">
              <a:avLst/>
            </a:prstGeom>
            <a:solidFill>
              <a:schemeClr val="accent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7" name="Chevron 14">
              <a:extLst>
                <a:ext uri="{FF2B5EF4-FFF2-40B4-BE49-F238E27FC236}">
                  <a16:creationId xmlns:a16="http://schemas.microsoft.com/office/drawing/2014/main" id="{DFC141C1-1952-89C6-8634-A5A00089B0F2}"/>
                </a:ext>
              </a:extLst>
            </p:cNvPr>
            <p:cNvSpPr/>
            <p:nvPr/>
          </p:nvSpPr>
          <p:spPr bwMode="auto">
            <a:xfrm>
              <a:off x="381000" y="2876550"/>
              <a:ext cx="1521521" cy="381000"/>
            </a:xfrm>
            <a:prstGeom prst="chevron">
              <a:avLst/>
            </a:prstGeom>
            <a:solidFill>
              <a:srgbClr val="1C3352"/>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8" name="Teardrop 17">
              <a:extLst>
                <a:ext uri="{FF2B5EF4-FFF2-40B4-BE49-F238E27FC236}">
                  <a16:creationId xmlns:a16="http://schemas.microsoft.com/office/drawing/2014/main" id="{3033AA96-78DA-196F-BF04-E2DF596E7AE5}"/>
                </a:ext>
              </a:extLst>
            </p:cNvPr>
            <p:cNvSpPr/>
            <p:nvPr/>
          </p:nvSpPr>
          <p:spPr bwMode="auto">
            <a:xfrm rot="2700000" flipV="1">
              <a:off x="793500" y="1466151"/>
              <a:ext cx="696522" cy="696522"/>
            </a:xfrm>
            <a:prstGeom prst="teardrop">
              <a:avLst/>
            </a:prstGeom>
            <a:solidFill>
              <a:srgbClr val="1C3352"/>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19" name="Teardrop 18">
              <a:extLst>
                <a:ext uri="{FF2B5EF4-FFF2-40B4-BE49-F238E27FC236}">
                  <a16:creationId xmlns:a16="http://schemas.microsoft.com/office/drawing/2014/main" id="{E3E70B1E-1B35-5F26-7809-DAC14286A968}"/>
                </a:ext>
              </a:extLst>
            </p:cNvPr>
            <p:cNvSpPr/>
            <p:nvPr/>
          </p:nvSpPr>
          <p:spPr bwMode="auto">
            <a:xfrm rot="13500000" flipV="1">
              <a:off x="2162867" y="3971427"/>
              <a:ext cx="696522" cy="696522"/>
            </a:xfrm>
            <a:prstGeom prst="teardrop">
              <a:avLst/>
            </a:prstGeom>
            <a:solidFill>
              <a:schemeClr val="accent2"/>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0" name="Teardrop 19">
              <a:extLst>
                <a:ext uri="{FF2B5EF4-FFF2-40B4-BE49-F238E27FC236}">
                  <a16:creationId xmlns:a16="http://schemas.microsoft.com/office/drawing/2014/main" id="{2776DF15-6584-1752-827D-51A027034302}"/>
                </a:ext>
              </a:extLst>
            </p:cNvPr>
            <p:cNvSpPr/>
            <p:nvPr/>
          </p:nvSpPr>
          <p:spPr bwMode="auto">
            <a:xfrm rot="2700000" flipV="1">
              <a:off x="3532236" y="1466151"/>
              <a:ext cx="696522" cy="696522"/>
            </a:xfrm>
            <a:prstGeom prst="teardrop">
              <a:avLst/>
            </a:prstGeom>
            <a:solidFill>
              <a:srgbClr val="F4BF33"/>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1" name="Teardrop 20">
              <a:extLst>
                <a:ext uri="{FF2B5EF4-FFF2-40B4-BE49-F238E27FC236}">
                  <a16:creationId xmlns:a16="http://schemas.microsoft.com/office/drawing/2014/main" id="{62A5E5A3-CC9D-21B8-6D48-156D2542439F}"/>
                </a:ext>
              </a:extLst>
            </p:cNvPr>
            <p:cNvSpPr/>
            <p:nvPr/>
          </p:nvSpPr>
          <p:spPr bwMode="auto">
            <a:xfrm rot="13500000" flipV="1">
              <a:off x="4901603" y="3971427"/>
              <a:ext cx="696522" cy="696522"/>
            </a:xfrm>
            <a:prstGeom prst="teardrop">
              <a:avLst/>
            </a:prstGeom>
            <a:solidFill>
              <a:schemeClr val="accent4"/>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2" name="Teardrop 21">
              <a:extLst>
                <a:ext uri="{FF2B5EF4-FFF2-40B4-BE49-F238E27FC236}">
                  <a16:creationId xmlns:a16="http://schemas.microsoft.com/office/drawing/2014/main" id="{9EAF6C23-0682-C98B-7F3B-6169DA1D1842}"/>
                </a:ext>
              </a:extLst>
            </p:cNvPr>
            <p:cNvSpPr/>
            <p:nvPr/>
          </p:nvSpPr>
          <p:spPr bwMode="auto">
            <a:xfrm rot="2700000" flipV="1">
              <a:off x="6270972" y="1466151"/>
              <a:ext cx="696522" cy="696522"/>
            </a:xfrm>
            <a:prstGeom prst="teardrop">
              <a:avLst/>
            </a:prstGeom>
            <a:solidFill>
              <a:schemeClr val="accent5"/>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3" name="Teardrop 22">
              <a:extLst>
                <a:ext uri="{FF2B5EF4-FFF2-40B4-BE49-F238E27FC236}">
                  <a16:creationId xmlns:a16="http://schemas.microsoft.com/office/drawing/2014/main" id="{D94BE9FD-4EF3-94C2-B736-AA1CB178033E}"/>
                </a:ext>
              </a:extLst>
            </p:cNvPr>
            <p:cNvSpPr/>
            <p:nvPr/>
          </p:nvSpPr>
          <p:spPr bwMode="auto">
            <a:xfrm rot="13500000" flipV="1">
              <a:off x="7640341" y="3971427"/>
              <a:ext cx="696522" cy="696522"/>
            </a:xfrm>
            <a:prstGeom prst="teardrop">
              <a:avLst/>
            </a:prstGeom>
            <a:solidFill>
              <a:schemeClr val="accent6"/>
            </a:solidFill>
            <a:ln w="12700">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4" name="Rectangle 23">
              <a:extLst>
                <a:ext uri="{FF2B5EF4-FFF2-40B4-BE49-F238E27FC236}">
                  <a16:creationId xmlns:a16="http://schemas.microsoft.com/office/drawing/2014/main" id="{886D52F8-E0FD-230B-A99E-3932E52787A4}"/>
                </a:ext>
              </a:extLst>
            </p:cNvPr>
            <p:cNvSpPr/>
            <p:nvPr/>
          </p:nvSpPr>
          <p:spPr>
            <a:xfrm>
              <a:off x="683323"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2018</a:t>
              </a:r>
              <a:endParaRPr kumimoji="0" lang="en-US" sz="14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5" name="Rectangle 24">
              <a:extLst>
                <a:ext uri="{FF2B5EF4-FFF2-40B4-BE49-F238E27FC236}">
                  <a16:creationId xmlns:a16="http://schemas.microsoft.com/office/drawing/2014/main" id="{39079E13-EC60-53E4-8647-7C10AB998F37}"/>
                </a:ext>
              </a:extLst>
            </p:cNvPr>
            <p:cNvSpPr/>
            <p:nvPr/>
          </p:nvSpPr>
          <p:spPr>
            <a:xfrm>
              <a:off x="2052691"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2019</a:t>
              </a:r>
              <a:endParaRPr kumimoji="0" lang="en-US" sz="14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6" name="Rectangle 25">
              <a:extLst>
                <a:ext uri="{FF2B5EF4-FFF2-40B4-BE49-F238E27FC236}">
                  <a16:creationId xmlns:a16="http://schemas.microsoft.com/office/drawing/2014/main" id="{CA237B9B-3555-3A11-D586-94624C04ADCD}"/>
                </a:ext>
              </a:extLst>
            </p:cNvPr>
            <p:cNvSpPr/>
            <p:nvPr/>
          </p:nvSpPr>
          <p:spPr>
            <a:xfrm>
              <a:off x="3422059"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2020</a:t>
              </a:r>
              <a:endParaRPr kumimoji="0" lang="en-US" sz="14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7" name="Rectangle 26">
              <a:extLst>
                <a:ext uri="{FF2B5EF4-FFF2-40B4-BE49-F238E27FC236}">
                  <a16:creationId xmlns:a16="http://schemas.microsoft.com/office/drawing/2014/main" id="{98B06140-1380-4B37-D0C1-62E82D693ABE}"/>
                </a:ext>
              </a:extLst>
            </p:cNvPr>
            <p:cNvSpPr/>
            <p:nvPr/>
          </p:nvSpPr>
          <p:spPr>
            <a:xfrm>
              <a:off x="4791427"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2021</a:t>
              </a:r>
              <a:endParaRPr kumimoji="0" lang="en-US" sz="14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8" name="Rectangle 27">
              <a:extLst>
                <a:ext uri="{FF2B5EF4-FFF2-40B4-BE49-F238E27FC236}">
                  <a16:creationId xmlns:a16="http://schemas.microsoft.com/office/drawing/2014/main" id="{11A85E35-6FC6-EB4A-25A5-5C0FA76CFAB9}"/>
                </a:ext>
              </a:extLst>
            </p:cNvPr>
            <p:cNvSpPr/>
            <p:nvPr/>
          </p:nvSpPr>
          <p:spPr>
            <a:xfrm>
              <a:off x="6160795"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2022</a:t>
              </a:r>
              <a:endParaRPr kumimoji="0" lang="en-US" sz="14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29" name="Rectangle 28">
              <a:extLst>
                <a:ext uri="{FF2B5EF4-FFF2-40B4-BE49-F238E27FC236}">
                  <a16:creationId xmlns:a16="http://schemas.microsoft.com/office/drawing/2014/main" id="{D130B3A8-B93E-26F5-8C3D-E56DCA9E294A}"/>
                </a:ext>
              </a:extLst>
            </p:cNvPr>
            <p:cNvSpPr/>
            <p:nvPr/>
          </p:nvSpPr>
          <p:spPr>
            <a:xfrm>
              <a:off x="7530165" y="2913162"/>
              <a:ext cx="916878" cy="307777"/>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Y" sz="14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2023</a:t>
              </a:r>
              <a:endParaRPr kumimoji="0" lang="en-US" sz="14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30" name="Freeform 86">
              <a:extLst>
                <a:ext uri="{FF2B5EF4-FFF2-40B4-BE49-F238E27FC236}">
                  <a16:creationId xmlns:a16="http://schemas.microsoft.com/office/drawing/2014/main" id="{B48D43BD-0A5F-EA38-6949-74A235321BF7}"/>
                </a:ext>
              </a:extLst>
            </p:cNvPr>
            <p:cNvSpPr>
              <a:spLocks noEditPoints="1"/>
            </p:cNvSpPr>
            <p:nvPr/>
          </p:nvSpPr>
          <p:spPr bwMode="auto">
            <a:xfrm>
              <a:off x="977990" y="1691586"/>
              <a:ext cx="327541" cy="245652"/>
            </a:xfrm>
            <a:custGeom>
              <a:avLst/>
              <a:gdLst/>
              <a:ahLst/>
              <a:cxnLst>
                <a:cxn ang="0">
                  <a:pos x="75" y="38"/>
                </a:cxn>
                <a:cxn ang="0">
                  <a:pos x="63" y="52"/>
                </a:cxn>
                <a:cxn ang="0">
                  <a:pos x="52" y="57"/>
                </a:cxn>
                <a:cxn ang="0">
                  <a:pos x="9" y="57"/>
                </a:cxn>
                <a:cxn ang="0">
                  <a:pos x="0" y="48"/>
                </a:cxn>
                <a:cxn ang="0">
                  <a:pos x="0" y="9"/>
                </a:cxn>
                <a:cxn ang="0">
                  <a:pos x="9" y="0"/>
                </a:cxn>
                <a:cxn ang="0">
                  <a:pos x="22" y="0"/>
                </a:cxn>
                <a:cxn ang="0">
                  <a:pos x="31" y="9"/>
                </a:cxn>
                <a:cxn ang="0">
                  <a:pos x="31" y="11"/>
                </a:cxn>
                <a:cxn ang="0">
                  <a:pos x="52" y="11"/>
                </a:cxn>
                <a:cxn ang="0">
                  <a:pos x="61" y="20"/>
                </a:cxn>
                <a:cxn ang="0">
                  <a:pos x="61" y="26"/>
                </a:cxn>
                <a:cxn ang="0">
                  <a:pos x="69" y="26"/>
                </a:cxn>
                <a:cxn ang="0">
                  <a:pos x="76" y="30"/>
                </a:cxn>
                <a:cxn ang="0">
                  <a:pos x="76" y="33"/>
                </a:cxn>
                <a:cxn ang="0">
                  <a:pos x="75" y="38"/>
                </a:cxn>
                <a:cxn ang="0">
                  <a:pos x="56" y="26"/>
                </a:cxn>
                <a:cxn ang="0">
                  <a:pos x="56" y="20"/>
                </a:cxn>
                <a:cxn ang="0">
                  <a:pos x="52" y="16"/>
                </a:cxn>
                <a:cxn ang="0">
                  <a:pos x="29" y="16"/>
                </a:cxn>
                <a:cxn ang="0">
                  <a:pos x="25" y="12"/>
                </a:cxn>
                <a:cxn ang="0">
                  <a:pos x="25" y="9"/>
                </a:cxn>
                <a:cxn ang="0">
                  <a:pos x="22" y="6"/>
                </a:cxn>
                <a:cxn ang="0">
                  <a:pos x="9" y="6"/>
                </a:cxn>
                <a:cxn ang="0">
                  <a:pos x="5" y="9"/>
                </a:cxn>
                <a:cxn ang="0">
                  <a:pos x="5" y="44"/>
                </a:cxn>
                <a:cxn ang="0">
                  <a:pos x="15" y="31"/>
                </a:cxn>
                <a:cxn ang="0">
                  <a:pos x="25" y="26"/>
                </a:cxn>
                <a:cxn ang="0">
                  <a:pos x="56" y="26"/>
                </a:cxn>
                <a:cxn ang="0">
                  <a:pos x="69" y="31"/>
                </a:cxn>
                <a:cxn ang="0">
                  <a:pos x="25" y="31"/>
                </a:cxn>
                <a:cxn ang="0">
                  <a:pos x="19" y="34"/>
                </a:cxn>
                <a:cxn ang="0">
                  <a:pos x="7" y="49"/>
                </a:cxn>
                <a:cxn ang="0">
                  <a:pos x="7" y="50"/>
                </a:cxn>
                <a:cxn ang="0">
                  <a:pos x="9" y="52"/>
                </a:cxn>
                <a:cxn ang="0">
                  <a:pos x="52" y="52"/>
                </a:cxn>
                <a:cxn ang="0">
                  <a:pos x="59" y="49"/>
                </a:cxn>
                <a:cxn ang="0">
                  <a:pos x="71" y="34"/>
                </a:cxn>
                <a:cxn ang="0">
                  <a:pos x="71" y="33"/>
                </a:cxn>
                <a:cxn ang="0">
                  <a:pos x="69" y="31"/>
                </a:cxn>
              </a:cxnLst>
              <a:rect l="0" t="0" r="r" b="b"/>
              <a:pathLst>
                <a:path w="76" h="57">
                  <a:moveTo>
                    <a:pt x="75" y="38"/>
                  </a:moveTo>
                  <a:cubicBezTo>
                    <a:pt x="63" y="52"/>
                    <a:pt x="63" y="52"/>
                    <a:pt x="63" y="52"/>
                  </a:cubicBezTo>
                  <a:cubicBezTo>
                    <a:pt x="60" y="55"/>
                    <a:pt x="56" y="57"/>
                    <a:pt x="52" y="57"/>
                  </a:cubicBezTo>
                  <a:cubicBezTo>
                    <a:pt x="9" y="57"/>
                    <a:pt x="9" y="57"/>
                    <a:pt x="9" y="57"/>
                  </a:cubicBezTo>
                  <a:cubicBezTo>
                    <a:pt x="4" y="57"/>
                    <a:pt x="0" y="53"/>
                    <a:pt x="0" y="48"/>
                  </a:cubicBezTo>
                  <a:cubicBezTo>
                    <a:pt x="0" y="9"/>
                    <a:pt x="0" y="9"/>
                    <a:pt x="0" y="9"/>
                  </a:cubicBezTo>
                  <a:cubicBezTo>
                    <a:pt x="0" y="5"/>
                    <a:pt x="4" y="0"/>
                    <a:pt x="9" y="0"/>
                  </a:cubicBezTo>
                  <a:cubicBezTo>
                    <a:pt x="22" y="0"/>
                    <a:pt x="22" y="0"/>
                    <a:pt x="22" y="0"/>
                  </a:cubicBezTo>
                  <a:cubicBezTo>
                    <a:pt x="27" y="0"/>
                    <a:pt x="31" y="5"/>
                    <a:pt x="31" y="9"/>
                  </a:cubicBezTo>
                  <a:cubicBezTo>
                    <a:pt x="31" y="11"/>
                    <a:pt x="31" y="11"/>
                    <a:pt x="31" y="11"/>
                  </a:cubicBezTo>
                  <a:cubicBezTo>
                    <a:pt x="52" y="11"/>
                    <a:pt x="52" y="11"/>
                    <a:pt x="52" y="11"/>
                  </a:cubicBezTo>
                  <a:cubicBezTo>
                    <a:pt x="57" y="11"/>
                    <a:pt x="61" y="15"/>
                    <a:pt x="61" y="20"/>
                  </a:cubicBezTo>
                  <a:cubicBezTo>
                    <a:pt x="61" y="26"/>
                    <a:pt x="61" y="26"/>
                    <a:pt x="61" y="26"/>
                  </a:cubicBezTo>
                  <a:cubicBezTo>
                    <a:pt x="69" y="26"/>
                    <a:pt x="69" y="26"/>
                    <a:pt x="69" y="26"/>
                  </a:cubicBezTo>
                  <a:cubicBezTo>
                    <a:pt x="72" y="26"/>
                    <a:pt x="75" y="27"/>
                    <a:pt x="76" y="30"/>
                  </a:cubicBezTo>
                  <a:cubicBezTo>
                    <a:pt x="76" y="31"/>
                    <a:pt x="76" y="32"/>
                    <a:pt x="76" y="33"/>
                  </a:cubicBezTo>
                  <a:cubicBezTo>
                    <a:pt x="76" y="34"/>
                    <a:pt x="76" y="36"/>
                    <a:pt x="75" y="38"/>
                  </a:cubicBezTo>
                  <a:close/>
                  <a:moveTo>
                    <a:pt x="56" y="26"/>
                  </a:moveTo>
                  <a:cubicBezTo>
                    <a:pt x="56" y="20"/>
                    <a:pt x="56" y="20"/>
                    <a:pt x="56" y="20"/>
                  </a:cubicBezTo>
                  <a:cubicBezTo>
                    <a:pt x="56" y="18"/>
                    <a:pt x="55" y="16"/>
                    <a:pt x="52" y="16"/>
                  </a:cubicBezTo>
                  <a:cubicBezTo>
                    <a:pt x="29" y="16"/>
                    <a:pt x="29" y="16"/>
                    <a:pt x="29" y="16"/>
                  </a:cubicBezTo>
                  <a:cubicBezTo>
                    <a:pt x="27" y="16"/>
                    <a:pt x="25" y="14"/>
                    <a:pt x="25" y="12"/>
                  </a:cubicBezTo>
                  <a:cubicBezTo>
                    <a:pt x="25" y="9"/>
                    <a:pt x="25" y="9"/>
                    <a:pt x="25" y="9"/>
                  </a:cubicBezTo>
                  <a:cubicBezTo>
                    <a:pt x="25" y="7"/>
                    <a:pt x="24" y="6"/>
                    <a:pt x="22" y="6"/>
                  </a:cubicBezTo>
                  <a:cubicBezTo>
                    <a:pt x="9" y="6"/>
                    <a:pt x="9" y="6"/>
                    <a:pt x="9" y="6"/>
                  </a:cubicBezTo>
                  <a:cubicBezTo>
                    <a:pt x="7" y="6"/>
                    <a:pt x="5" y="7"/>
                    <a:pt x="5" y="9"/>
                  </a:cubicBezTo>
                  <a:cubicBezTo>
                    <a:pt x="5" y="44"/>
                    <a:pt x="5" y="44"/>
                    <a:pt x="5" y="44"/>
                  </a:cubicBezTo>
                  <a:cubicBezTo>
                    <a:pt x="15" y="31"/>
                    <a:pt x="15" y="31"/>
                    <a:pt x="15" y="31"/>
                  </a:cubicBezTo>
                  <a:cubicBezTo>
                    <a:pt x="18" y="28"/>
                    <a:pt x="22" y="26"/>
                    <a:pt x="25" y="26"/>
                  </a:cubicBezTo>
                  <a:lnTo>
                    <a:pt x="56" y="26"/>
                  </a:lnTo>
                  <a:close/>
                  <a:moveTo>
                    <a:pt x="69" y="31"/>
                  </a:moveTo>
                  <a:cubicBezTo>
                    <a:pt x="25" y="31"/>
                    <a:pt x="25" y="31"/>
                    <a:pt x="25" y="31"/>
                  </a:cubicBezTo>
                  <a:cubicBezTo>
                    <a:pt x="23" y="31"/>
                    <a:pt x="21" y="33"/>
                    <a:pt x="19" y="34"/>
                  </a:cubicBezTo>
                  <a:cubicBezTo>
                    <a:pt x="7" y="49"/>
                    <a:pt x="7" y="49"/>
                    <a:pt x="7" y="49"/>
                  </a:cubicBezTo>
                  <a:cubicBezTo>
                    <a:pt x="7" y="49"/>
                    <a:pt x="7" y="50"/>
                    <a:pt x="7" y="50"/>
                  </a:cubicBezTo>
                  <a:cubicBezTo>
                    <a:pt x="7" y="52"/>
                    <a:pt x="8" y="52"/>
                    <a:pt x="9" y="52"/>
                  </a:cubicBezTo>
                  <a:cubicBezTo>
                    <a:pt x="52" y="52"/>
                    <a:pt x="52" y="52"/>
                    <a:pt x="52" y="52"/>
                  </a:cubicBezTo>
                  <a:cubicBezTo>
                    <a:pt x="55" y="52"/>
                    <a:pt x="57" y="51"/>
                    <a:pt x="59" y="49"/>
                  </a:cubicBezTo>
                  <a:cubicBezTo>
                    <a:pt x="71" y="34"/>
                    <a:pt x="71" y="34"/>
                    <a:pt x="71" y="34"/>
                  </a:cubicBezTo>
                  <a:cubicBezTo>
                    <a:pt x="71" y="34"/>
                    <a:pt x="71" y="33"/>
                    <a:pt x="71" y="33"/>
                  </a:cubicBezTo>
                  <a:cubicBezTo>
                    <a:pt x="71" y="32"/>
                    <a:pt x="70" y="31"/>
                    <a:pt x="69" y="31"/>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31" name="Freeform 89">
              <a:extLst>
                <a:ext uri="{FF2B5EF4-FFF2-40B4-BE49-F238E27FC236}">
                  <a16:creationId xmlns:a16="http://schemas.microsoft.com/office/drawing/2014/main" id="{79DF1688-6D63-7814-7620-E30E3F5DE72C}"/>
                </a:ext>
              </a:extLst>
            </p:cNvPr>
            <p:cNvSpPr>
              <a:spLocks noEditPoints="1"/>
            </p:cNvSpPr>
            <p:nvPr/>
          </p:nvSpPr>
          <p:spPr bwMode="auto">
            <a:xfrm>
              <a:off x="5074848" y="4166878"/>
              <a:ext cx="350031" cy="305621"/>
            </a:xfrm>
            <a:custGeom>
              <a:avLst/>
              <a:gdLst/>
              <a:ahLst/>
              <a:cxnLst>
                <a:cxn ang="0">
                  <a:pos x="62" y="32"/>
                </a:cxn>
                <a:cxn ang="0">
                  <a:pos x="61" y="33"/>
                </a:cxn>
                <a:cxn ang="0">
                  <a:pos x="57" y="33"/>
                </a:cxn>
                <a:cxn ang="0">
                  <a:pos x="57" y="50"/>
                </a:cxn>
                <a:cxn ang="0">
                  <a:pos x="53" y="54"/>
                </a:cxn>
                <a:cxn ang="0">
                  <a:pos x="9" y="54"/>
                </a:cxn>
                <a:cxn ang="0">
                  <a:pos x="6" y="50"/>
                </a:cxn>
                <a:cxn ang="0">
                  <a:pos x="6" y="33"/>
                </a:cxn>
                <a:cxn ang="0">
                  <a:pos x="2" y="33"/>
                </a:cxn>
                <a:cxn ang="0">
                  <a:pos x="0" y="32"/>
                </a:cxn>
                <a:cxn ang="0">
                  <a:pos x="0" y="19"/>
                </a:cxn>
                <a:cxn ang="0">
                  <a:pos x="2" y="18"/>
                </a:cxn>
                <a:cxn ang="0">
                  <a:pos x="19" y="18"/>
                </a:cxn>
                <a:cxn ang="0">
                  <a:pos x="10" y="9"/>
                </a:cxn>
                <a:cxn ang="0">
                  <a:pos x="19" y="0"/>
                </a:cxn>
                <a:cxn ang="0">
                  <a:pos x="26" y="3"/>
                </a:cxn>
                <a:cxn ang="0">
                  <a:pos x="31" y="10"/>
                </a:cxn>
                <a:cxn ang="0">
                  <a:pos x="36" y="3"/>
                </a:cxn>
                <a:cxn ang="0">
                  <a:pos x="43" y="0"/>
                </a:cxn>
                <a:cxn ang="0">
                  <a:pos x="52" y="9"/>
                </a:cxn>
                <a:cxn ang="0">
                  <a:pos x="43" y="18"/>
                </a:cxn>
                <a:cxn ang="0">
                  <a:pos x="61" y="18"/>
                </a:cxn>
                <a:cxn ang="0">
                  <a:pos x="62" y="19"/>
                </a:cxn>
                <a:cxn ang="0">
                  <a:pos x="62" y="32"/>
                </a:cxn>
                <a:cxn ang="0">
                  <a:pos x="27" y="13"/>
                </a:cxn>
                <a:cxn ang="0">
                  <a:pos x="22" y="6"/>
                </a:cxn>
                <a:cxn ang="0">
                  <a:pos x="19" y="5"/>
                </a:cxn>
                <a:cxn ang="0">
                  <a:pos x="16" y="9"/>
                </a:cxn>
                <a:cxn ang="0">
                  <a:pos x="19" y="13"/>
                </a:cxn>
                <a:cxn ang="0">
                  <a:pos x="27" y="13"/>
                </a:cxn>
                <a:cxn ang="0">
                  <a:pos x="38" y="45"/>
                </a:cxn>
                <a:cxn ang="0">
                  <a:pos x="38" y="26"/>
                </a:cxn>
                <a:cxn ang="0">
                  <a:pos x="38" y="18"/>
                </a:cxn>
                <a:cxn ang="0">
                  <a:pos x="25" y="18"/>
                </a:cxn>
                <a:cxn ang="0">
                  <a:pos x="25" y="26"/>
                </a:cxn>
                <a:cxn ang="0">
                  <a:pos x="25" y="45"/>
                </a:cxn>
                <a:cxn ang="0">
                  <a:pos x="25" y="47"/>
                </a:cxn>
                <a:cxn ang="0">
                  <a:pos x="27" y="49"/>
                </a:cxn>
                <a:cxn ang="0">
                  <a:pos x="35" y="49"/>
                </a:cxn>
                <a:cxn ang="0">
                  <a:pos x="38" y="47"/>
                </a:cxn>
                <a:cxn ang="0">
                  <a:pos x="38" y="45"/>
                </a:cxn>
                <a:cxn ang="0">
                  <a:pos x="43" y="5"/>
                </a:cxn>
                <a:cxn ang="0">
                  <a:pos x="40" y="6"/>
                </a:cxn>
                <a:cxn ang="0">
                  <a:pos x="35" y="13"/>
                </a:cxn>
                <a:cxn ang="0">
                  <a:pos x="43" y="13"/>
                </a:cxn>
                <a:cxn ang="0">
                  <a:pos x="47" y="9"/>
                </a:cxn>
                <a:cxn ang="0">
                  <a:pos x="43" y="5"/>
                </a:cxn>
              </a:cxnLst>
              <a:rect l="0" t="0" r="r" b="b"/>
              <a:pathLst>
                <a:path w="62" h="54">
                  <a:moveTo>
                    <a:pt x="62" y="32"/>
                  </a:moveTo>
                  <a:cubicBezTo>
                    <a:pt x="62" y="33"/>
                    <a:pt x="62" y="33"/>
                    <a:pt x="61" y="33"/>
                  </a:cubicBezTo>
                  <a:cubicBezTo>
                    <a:pt x="57" y="33"/>
                    <a:pt x="57" y="33"/>
                    <a:pt x="57" y="33"/>
                  </a:cubicBezTo>
                  <a:cubicBezTo>
                    <a:pt x="57" y="50"/>
                    <a:pt x="57" y="50"/>
                    <a:pt x="57" y="50"/>
                  </a:cubicBezTo>
                  <a:cubicBezTo>
                    <a:pt x="57" y="52"/>
                    <a:pt x="55" y="54"/>
                    <a:pt x="53" y="54"/>
                  </a:cubicBezTo>
                  <a:cubicBezTo>
                    <a:pt x="9" y="54"/>
                    <a:pt x="9" y="54"/>
                    <a:pt x="9" y="54"/>
                  </a:cubicBezTo>
                  <a:cubicBezTo>
                    <a:pt x="7" y="54"/>
                    <a:pt x="6" y="52"/>
                    <a:pt x="6" y="50"/>
                  </a:cubicBezTo>
                  <a:cubicBezTo>
                    <a:pt x="6" y="33"/>
                    <a:pt x="6" y="33"/>
                    <a:pt x="6" y="33"/>
                  </a:cubicBezTo>
                  <a:cubicBezTo>
                    <a:pt x="2" y="33"/>
                    <a:pt x="2" y="33"/>
                    <a:pt x="2" y="33"/>
                  </a:cubicBezTo>
                  <a:cubicBezTo>
                    <a:pt x="1" y="33"/>
                    <a:pt x="0" y="33"/>
                    <a:pt x="0" y="32"/>
                  </a:cubicBezTo>
                  <a:cubicBezTo>
                    <a:pt x="0" y="19"/>
                    <a:pt x="0" y="19"/>
                    <a:pt x="0" y="19"/>
                  </a:cubicBezTo>
                  <a:cubicBezTo>
                    <a:pt x="0" y="19"/>
                    <a:pt x="1" y="18"/>
                    <a:pt x="2" y="18"/>
                  </a:cubicBezTo>
                  <a:cubicBezTo>
                    <a:pt x="19" y="18"/>
                    <a:pt x="19" y="18"/>
                    <a:pt x="19" y="18"/>
                  </a:cubicBezTo>
                  <a:cubicBezTo>
                    <a:pt x="14" y="18"/>
                    <a:pt x="10" y="14"/>
                    <a:pt x="10" y="9"/>
                  </a:cubicBezTo>
                  <a:cubicBezTo>
                    <a:pt x="10" y="4"/>
                    <a:pt x="14" y="0"/>
                    <a:pt x="19" y="0"/>
                  </a:cubicBezTo>
                  <a:cubicBezTo>
                    <a:pt x="22" y="0"/>
                    <a:pt x="25" y="1"/>
                    <a:pt x="26" y="3"/>
                  </a:cubicBezTo>
                  <a:cubicBezTo>
                    <a:pt x="31" y="10"/>
                    <a:pt x="31" y="10"/>
                    <a:pt x="31" y="10"/>
                  </a:cubicBezTo>
                  <a:cubicBezTo>
                    <a:pt x="36" y="3"/>
                    <a:pt x="36" y="3"/>
                    <a:pt x="36" y="3"/>
                  </a:cubicBezTo>
                  <a:cubicBezTo>
                    <a:pt x="38" y="1"/>
                    <a:pt x="41" y="0"/>
                    <a:pt x="43" y="0"/>
                  </a:cubicBezTo>
                  <a:cubicBezTo>
                    <a:pt x="48" y="0"/>
                    <a:pt x="52" y="4"/>
                    <a:pt x="52" y="9"/>
                  </a:cubicBezTo>
                  <a:cubicBezTo>
                    <a:pt x="52" y="14"/>
                    <a:pt x="48" y="18"/>
                    <a:pt x="43" y="18"/>
                  </a:cubicBezTo>
                  <a:cubicBezTo>
                    <a:pt x="61" y="18"/>
                    <a:pt x="61" y="18"/>
                    <a:pt x="61" y="18"/>
                  </a:cubicBezTo>
                  <a:cubicBezTo>
                    <a:pt x="62" y="18"/>
                    <a:pt x="62" y="19"/>
                    <a:pt x="62" y="19"/>
                  </a:cubicBezTo>
                  <a:lnTo>
                    <a:pt x="62" y="32"/>
                  </a:lnTo>
                  <a:close/>
                  <a:moveTo>
                    <a:pt x="27" y="13"/>
                  </a:moveTo>
                  <a:cubicBezTo>
                    <a:pt x="22" y="6"/>
                    <a:pt x="22" y="6"/>
                    <a:pt x="22" y="6"/>
                  </a:cubicBezTo>
                  <a:cubicBezTo>
                    <a:pt x="22" y="6"/>
                    <a:pt x="21" y="5"/>
                    <a:pt x="19" y="5"/>
                  </a:cubicBezTo>
                  <a:cubicBezTo>
                    <a:pt x="17" y="5"/>
                    <a:pt x="16" y="7"/>
                    <a:pt x="16" y="9"/>
                  </a:cubicBezTo>
                  <a:cubicBezTo>
                    <a:pt x="16" y="11"/>
                    <a:pt x="17" y="13"/>
                    <a:pt x="19" y="13"/>
                  </a:cubicBezTo>
                  <a:lnTo>
                    <a:pt x="27" y="13"/>
                  </a:lnTo>
                  <a:close/>
                  <a:moveTo>
                    <a:pt x="38" y="45"/>
                  </a:moveTo>
                  <a:cubicBezTo>
                    <a:pt x="38" y="26"/>
                    <a:pt x="38" y="26"/>
                    <a:pt x="38" y="26"/>
                  </a:cubicBezTo>
                  <a:cubicBezTo>
                    <a:pt x="38" y="18"/>
                    <a:pt x="38" y="18"/>
                    <a:pt x="38" y="18"/>
                  </a:cubicBezTo>
                  <a:cubicBezTo>
                    <a:pt x="25" y="18"/>
                    <a:pt x="25" y="18"/>
                    <a:pt x="25" y="18"/>
                  </a:cubicBezTo>
                  <a:cubicBezTo>
                    <a:pt x="25" y="26"/>
                    <a:pt x="25" y="26"/>
                    <a:pt x="25" y="26"/>
                  </a:cubicBezTo>
                  <a:cubicBezTo>
                    <a:pt x="25" y="45"/>
                    <a:pt x="25" y="45"/>
                    <a:pt x="25" y="45"/>
                  </a:cubicBezTo>
                  <a:cubicBezTo>
                    <a:pt x="25" y="47"/>
                    <a:pt x="25" y="47"/>
                    <a:pt x="25" y="47"/>
                  </a:cubicBezTo>
                  <a:cubicBezTo>
                    <a:pt x="25" y="48"/>
                    <a:pt x="26" y="49"/>
                    <a:pt x="27" y="49"/>
                  </a:cubicBezTo>
                  <a:cubicBezTo>
                    <a:pt x="35" y="49"/>
                    <a:pt x="35" y="49"/>
                    <a:pt x="35" y="49"/>
                  </a:cubicBezTo>
                  <a:cubicBezTo>
                    <a:pt x="37" y="49"/>
                    <a:pt x="38" y="48"/>
                    <a:pt x="38" y="47"/>
                  </a:cubicBezTo>
                  <a:lnTo>
                    <a:pt x="38" y="45"/>
                  </a:lnTo>
                  <a:close/>
                  <a:moveTo>
                    <a:pt x="43" y="5"/>
                  </a:moveTo>
                  <a:cubicBezTo>
                    <a:pt x="42" y="5"/>
                    <a:pt x="41" y="6"/>
                    <a:pt x="40" y="6"/>
                  </a:cubicBezTo>
                  <a:cubicBezTo>
                    <a:pt x="35" y="13"/>
                    <a:pt x="35" y="13"/>
                    <a:pt x="35" y="13"/>
                  </a:cubicBezTo>
                  <a:cubicBezTo>
                    <a:pt x="43" y="13"/>
                    <a:pt x="43" y="13"/>
                    <a:pt x="43" y="13"/>
                  </a:cubicBezTo>
                  <a:cubicBezTo>
                    <a:pt x="45" y="13"/>
                    <a:pt x="47" y="11"/>
                    <a:pt x="47" y="9"/>
                  </a:cubicBezTo>
                  <a:cubicBezTo>
                    <a:pt x="47" y="7"/>
                    <a:pt x="45" y="5"/>
                    <a:pt x="43" y="5"/>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32" name="Freeform 91">
              <a:extLst>
                <a:ext uri="{FF2B5EF4-FFF2-40B4-BE49-F238E27FC236}">
                  <a16:creationId xmlns:a16="http://schemas.microsoft.com/office/drawing/2014/main" id="{009D4992-09EB-3805-5C2A-AFF7075C865A}"/>
                </a:ext>
              </a:extLst>
            </p:cNvPr>
            <p:cNvSpPr>
              <a:spLocks noEditPoints="1"/>
            </p:cNvSpPr>
            <p:nvPr/>
          </p:nvSpPr>
          <p:spPr bwMode="auto">
            <a:xfrm>
              <a:off x="7813583" y="4144675"/>
              <a:ext cx="350032" cy="350026"/>
            </a:xfrm>
            <a:custGeom>
              <a:avLst/>
              <a:gdLst/>
              <a:ahLst/>
              <a:cxnLst>
                <a:cxn ang="0">
                  <a:pos x="0" y="31"/>
                </a:cxn>
                <a:cxn ang="0">
                  <a:pos x="41" y="22"/>
                </a:cxn>
                <a:cxn ang="0">
                  <a:pos x="45" y="20"/>
                </a:cxn>
                <a:cxn ang="0">
                  <a:pos x="49" y="19"/>
                </a:cxn>
                <a:cxn ang="0">
                  <a:pos x="48" y="17"/>
                </a:cxn>
                <a:cxn ang="0">
                  <a:pos x="45" y="15"/>
                </a:cxn>
                <a:cxn ang="0">
                  <a:pos x="43" y="15"/>
                </a:cxn>
                <a:cxn ang="0">
                  <a:pos x="42" y="14"/>
                </a:cxn>
                <a:cxn ang="0">
                  <a:pos x="38" y="12"/>
                </a:cxn>
                <a:cxn ang="0">
                  <a:pos x="38" y="16"/>
                </a:cxn>
                <a:cxn ang="0">
                  <a:pos x="37" y="19"/>
                </a:cxn>
                <a:cxn ang="0">
                  <a:pos x="33" y="17"/>
                </a:cxn>
                <a:cxn ang="0">
                  <a:pos x="29" y="15"/>
                </a:cxn>
                <a:cxn ang="0">
                  <a:pos x="30" y="11"/>
                </a:cxn>
                <a:cxn ang="0">
                  <a:pos x="35" y="10"/>
                </a:cxn>
                <a:cxn ang="0">
                  <a:pos x="34" y="8"/>
                </a:cxn>
                <a:cxn ang="0">
                  <a:pos x="31" y="9"/>
                </a:cxn>
                <a:cxn ang="0">
                  <a:pos x="27" y="6"/>
                </a:cxn>
                <a:cxn ang="0">
                  <a:pos x="28" y="9"/>
                </a:cxn>
                <a:cxn ang="0">
                  <a:pos x="26" y="9"/>
                </a:cxn>
                <a:cxn ang="0">
                  <a:pos x="23" y="7"/>
                </a:cxn>
                <a:cxn ang="0">
                  <a:pos x="21" y="8"/>
                </a:cxn>
                <a:cxn ang="0">
                  <a:pos x="23" y="9"/>
                </a:cxn>
                <a:cxn ang="0">
                  <a:pos x="22" y="10"/>
                </a:cxn>
                <a:cxn ang="0">
                  <a:pos x="10" y="18"/>
                </a:cxn>
                <a:cxn ang="0">
                  <a:pos x="11" y="19"/>
                </a:cxn>
                <a:cxn ang="0">
                  <a:pos x="13" y="22"/>
                </a:cxn>
                <a:cxn ang="0">
                  <a:pos x="12" y="26"/>
                </a:cxn>
                <a:cxn ang="0">
                  <a:pos x="15" y="30"/>
                </a:cxn>
                <a:cxn ang="0">
                  <a:pos x="18" y="35"/>
                </a:cxn>
                <a:cxn ang="0">
                  <a:pos x="19" y="37"/>
                </a:cxn>
                <a:cxn ang="0">
                  <a:pos x="17" y="32"/>
                </a:cxn>
                <a:cxn ang="0">
                  <a:pos x="21" y="37"/>
                </a:cxn>
                <a:cxn ang="0">
                  <a:pos x="25" y="41"/>
                </a:cxn>
                <a:cxn ang="0">
                  <a:pos x="30" y="44"/>
                </a:cxn>
                <a:cxn ang="0">
                  <a:pos x="35" y="47"/>
                </a:cxn>
                <a:cxn ang="0">
                  <a:pos x="36" y="47"/>
                </a:cxn>
                <a:cxn ang="0">
                  <a:pos x="34" y="43"/>
                </a:cxn>
                <a:cxn ang="0">
                  <a:pos x="32" y="42"/>
                </a:cxn>
                <a:cxn ang="0">
                  <a:pos x="32" y="39"/>
                </a:cxn>
                <a:cxn ang="0">
                  <a:pos x="28" y="41"/>
                </a:cxn>
                <a:cxn ang="0">
                  <a:pos x="27" y="34"/>
                </a:cxn>
                <a:cxn ang="0">
                  <a:pos x="30" y="34"/>
                </a:cxn>
                <a:cxn ang="0">
                  <a:pos x="32" y="33"/>
                </a:cxn>
                <a:cxn ang="0">
                  <a:pos x="35" y="34"/>
                </a:cxn>
                <a:cxn ang="0">
                  <a:pos x="36" y="33"/>
                </a:cxn>
                <a:cxn ang="0">
                  <a:pos x="38" y="29"/>
                </a:cxn>
                <a:cxn ang="0">
                  <a:pos x="38" y="28"/>
                </a:cxn>
                <a:cxn ang="0">
                  <a:pos x="41" y="26"/>
                </a:cxn>
                <a:cxn ang="0">
                  <a:pos x="43" y="23"/>
                </a:cxn>
                <a:cxn ang="0">
                  <a:pos x="44" y="22"/>
                </a:cxn>
                <a:cxn ang="0">
                  <a:pos x="41" y="22"/>
                </a:cxn>
                <a:cxn ang="0">
                  <a:pos x="48" y="48"/>
                </a:cxn>
                <a:cxn ang="0">
                  <a:pos x="44" y="47"/>
                </a:cxn>
                <a:cxn ang="0">
                  <a:pos x="41" y="47"/>
                </a:cxn>
                <a:cxn ang="0">
                  <a:pos x="38" y="46"/>
                </a:cxn>
                <a:cxn ang="0">
                  <a:pos x="37" y="50"/>
                </a:cxn>
                <a:cxn ang="0">
                  <a:pos x="36" y="54"/>
                </a:cxn>
                <a:cxn ang="0">
                  <a:pos x="50" y="49"/>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41" y="22"/>
                  </a:moveTo>
                  <a:cubicBezTo>
                    <a:pt x="42" y="22"/>
                    <a:pt x="42" y="21"/>
                    <a:pt x="42" y="21"/>
                  </a:cubicBezTo>
                  <a:cubicBezTo>
                    <a:pt x="42" y="21"/>
                    <a:pt x="42" y="21"/>
                    <a:pt x="43" y="21"/>
                  </a:cubicBezTo>
                  <a:cubicBezTo>
                    <a:pt x="43" y="20"/>
                    <a:pt x="44" y="20"/>
                    <a:pt x="45" y="20"/>
                  </a:cubicBezTo>
                  <a:cubicBezTo>
                    <a:pt x="46" y="20"/>
                    <a:pt x="46" y="20"/>
                    <a:pt x="47" y="21"/>
                  </a:cubicBezTo>
                  <a:cubicBezTo>
                    <a:pt x="47" y="20"/>
                    <a:pt x="48" y="20"/>
                    <a:pt x="48" y="20"/>
                  </a:cubicBezTo>
                  <a:cubicBezTo>
                    <a:pt x="48" y="19"/>
                    <a:pt x="49" y="19"/>
                    <a:pt x="49" y="19"/>
                  </a:cubicBezTo>
                  <a:cubicBezTo>
                    <a:pt x="49" y="19"/>
                    <a:pt x="49" y="18"/>
                    <a:pt x="49" y="18"/>
                  </a:cubicBezTo>
                  <a:cubicBezTo>
                    <a:pt x="49" y="18"/>
                    <a:pt x="48" y="18"/>
                    <a:pt x="48" y="17"/>
                  </a:cubicBezTo>
                  <a:cubicBezTo>
                    <a:pt x="48" y="17"/>
                    <a:pt x="48" y="17"/>
                    <a:pt x="48" y="17"/>
                  </a:cubicBezTo>
                  <a:cubicBezTo>
                    <a:pt x="48" y="17"/>
                    <a:pt x="47" y="17"/>
                    <a:pt x="47" y="17"/>
                  </a:cubicBezTo>
                  <a:cubicBezTo>
                    <a:pt x="46" y="17"/>
                    <a:pt x="46" y="16"/>
                    <a:pt x="46" y="16"/>
                  </a:cubicBezTo>
                  <a:cubicBezTo>
                    <a:pt x="46" y="15"/>
                    <a:pt x="45" y="15"/>
                    <a:pt x="45" y="15"/>
                  </a:cubicBezTo>
                  <a:cubicBezTo>
                    <a:pt x="45" y="15"/>
                    <a:pt x="45" y="14"/>
                    <a:pt x="45" y="14"/>
                  </a:cubicBezTo>
                  <a:cubicBezTo>
                    <a:pt x="44" y="14"/>
                    <a:pt x="44" y="15"/>
                    <a:pt x="44" y="15"/>
                  </a:cubicBezTo>
                  <a:cubicBezTo>
                    <a:pt x="43" y="15"/>
                    <a:pt x="43" y="15"/>
                    <a:pt x="43" y="15"/>
                  </a:cubicBezTo>
                  <a:cubicBezTo>
                    <a:pt x="43" y="15"/>
                    <a:pt x="43" y="15"/>
                    <a:pt x="42" y="15"/>
                  </a:cubicBezTo>
                  <a:cubicBezTo>
                    <a:pt x="43" y="15"/>
                    <a:pt x="42" y="15"/>
                    <a:pt x="42" y="15"/>
                  </a:cubicBezTo>
                  <a:cubicBezTo>
                    <a:pt x="42" y="14"/>
                    <a:pt x="42" y="14"/>
                    <a:pt x="42" y="14"/>
                  </a:cubicBezTo>
                  <a:cubicBezTo>
                    <a:pt x="42" y="14"/>
                    <a:pt x="42" y="14"/>
                    <a:pt x="42" y="14"/>
                  </a:cubicBezTo>
                  <a:cubicBezTo>
                    <a:pt x="42" y="13"/>
                    <a:pt x="41" y="13"/>
                    <a:pt x="40" y="13"/>
                  </a:cubicBezTo>
                  <a:cubicBezTo>
                    <a:pt x="40" y="12"/>
                    <a:pt x="38" y="12"/>
                    <a:pt x="38" y="12"/>
                  </a:cubicBezTo>
                  <a:cubicBezTo>
                    <a:pt x="37" y="13"/>
                    <a:pt x="38" y="13"/>
                    <a:pt x="38" y="14"/>
                  </a:cubicBezTo>
                  <a:cubicBezTo>
                    <a:pt x="38" y="14"/>
                    <a:pt x="37" y="14"/>
                    <a:pt x="37" y="15"/>
                  </a:cubicBezTo>
                  <a:cubicBezTo>
                    <a:pt x="37" y="15"/>
                    <a:pt x="38" y="15"/>
                    <a:pt x="38" y="16"/>
                  </a:cubicBezTo>
                  <a:cubicBezTo>
                    <a:pt x="38" y="17"/>
                    <a:pt x="37" y="17"/>
                    <a:pt x="37" y="17"/>
                  </a:cubicBezTo>
                  <a:cubicBezTo>
                    <a:pt x="37" y="18"/>
                    <a:pt x="37" y="18"/>
                    <a:pt x="37" y="19"/>
                  </a:cubicBezTo>
                  <a:cubicBezTo>
                    <a:pt x="38" y="19"/>
                    <a:pt x="37" y="19"/>
                    <a:pt x="37" y="19"/>
                  </a:cubicBezTo>
                  <a:cubicBezTo>
                    <a:pt x="36" y="20"/>
                    <a:pt x="35" y="19"/>
                    <a:pt x="35" y="18"/>
                  </a:cubicBezTo>
                  <a:cubicBezTo>
                    <a:pt x="35" y="18"/>
                    <a:pt x="35" y="17"/>
                    <a:pt x="34" y="17"/>
                  </a:cubicBezTo>
                  <a:cubicBezTo>
                    <a:pt x="34" y="17"/>
                    <a:pt x="33" y="17"/>
                    <a:pt x="33" y="17"/>
                  </a:cubicBezTo>
                  <a:cubicBezTo>
                    <a:pt x="33" y="16"/>
                    <a:pt x="32" y="16"/>
                    <a:pt x="32" y="16"/>
                  </a:cubicBezTo>
                  <a:cubicBezTo>
                    <a:pt x="31" y="16"/>
                    <a:pt x="30" y="16"/>
                    <a:pt x="29" y="16"/>
                  </a:cubicBezTo>
                  <a:cubicBezTo>
                    <a:pt x="30" y="16"/>
                    <a:pt x="29" y="15"/>
                    <a:pt x="29" y="15"/>
                  </a:cubicBezTo>
                  <a:cubicBezTo>
                    <a:pt x="29" y="14"/>
                    <a:pt x="29" y="14"/>
                    <a:pt x="29" y="14"/>
                  </a:cubicBezTo>
                  <a:cubicBezTo>
                    <a:pt x="29" y="13"/>
                    <a:pt x="29" y="13"/>
                    <a:pt x="29" y="13"/>
                  </a:cubicBezTo>
                  <a:cubicBezTo>
                    <a:pt x="29" y="12"/>
                    <a:pt x="30" y="11"/>
                    <a:pt x="30" y="11"/>
                  </a:cubicBezTo>
                  <a:cubicBezTo>
                    <a:pt x="31" y="12"/>
                    <a:pt x="31" y="12"/>
                    <a:pt x="32" y="11"/>
                  </a:cubicBezTo>
                  <a:cubicBezTo>
                    <a:pt x="32" y="11"/>
                    <a:pt x="32" y="10"/>
                    <a:pt x="33" y="10"/>
                  </a:cubicBezTo>
                  <a:cubicBezTo>
                    <a:pt x="33" y="9"/>
                    <a:pt x="34" y="10"/>
                    <a:pt x="35" y="10"/>
                  </a:cubicBezTo>
                  <a:cubicBezTo>
                    <a:pt x="35" y="10"/>
                    <a:pt x="35" y="9"/>
                    <a:pt x="35" y="9"/>
                  </a:cubicBezTo>
                  <a:cubicBezTo>
                    <a:pt x="35" y="9"/>
                    <a:pt x="35" y="8"/>
                    <a:pt x="35" y="8"/>
                  </a:cubicBezTo>
                  <a:cubicBezTo>
                    <a:pt x="34" y="7"/>
                    <a:pt x="33" y="8"/>
                    <a:pt x="34" y="8"/>
                  </a:cubicBezTo>
                  <a:cubicBezTo>
                    <a:pt x="34" y="8"/>
                    <a:pt x="33" y="10"/>
                    <a:pt x="32" y="9"/>
                  </a:cubicBezTo>
                  <a:cubicBezTo>
                    <a:pt x="32" y="9"/>
                    <a:pt x="32" y="8"/>
                    <a:pt x="31" y="8"/>
                  </a:cubicBezTo>
                  <a:cubicBezTo>
                    <a:pt x="31" y="8"/>
                    <a:pt x="31" y="8"/>
                    <a:pt x="31" y="9"/>
                  </a:cubicBezTo>
                  <a:cubicBezTo>
                    <a:pt x="31" y="8"/>
                    <a:pt x="30" y="8"/>
                    <a:pt x="29" y="8"/>
                  </a:cubicBezTo>
                  <a:cubicBezTo>
                    <a:pt x="30" y="7"/>
                    <a:pt x="29" y="7"/>
                    <a:pt x="29" y="7"/>
                  </a:cubicBezTo>
                  <a:cubicBezTo>
                    <a:pt x="29" y="6"/>
                    <a:pt x="28" y="6"/>
                    <a:pt x="27" y="6"/>
                  </a:cubicBezTo>
                  <a:cubicBezTo>
                    <a:pt x="27" y="7"/>
                    <a:pt x="28" y="8"/>
                    <a:pt x="29" y="8"/>
                  </a:cubicBezTo>
                  <a:cubicBezTo>
                    <a:pt x="29" y="8"/>
                    <a:pt x="29" y="8"/>
                    <a:pt x="29" y="8"/>
                  </a:cubicBezTo>
                  <a:cubicBezTo>
                    <a:pt x="29" y="8"/>
                    <a:pt x="28" y="9"/>
                    <a:pt x="28" y="9"/>
                  </a:cubicBezTo>
                  <a:cubicBezTo>
                    <a:pt x="28" y="9"/>
                    <a:pt x="28" y="10"/>
                    <a:pt x="28" y="10"/>
                  </a:cubicBezTo>
                  <a:cubicBezTo>
                    <a:pt x="27" y="10"/>
                    <a:pt x="27" y="9"/>
                    <a:pt x="27" y="9"/>
                  </a:cubicBezTo>
                  <a:cubicBezTo>
                    <a:pt x="28" y="9"/>
                    <a:pt x="26" y="9"/>
                    <a:pt x="26" y="9"/>
                  </a:cubicBezTo>
                  <a:cubicBezTo>
                    <a:pt x="25" y="9"/>
                    <a:pt x="24" y="9"/>
                    <a:pt x="24" y="9"/>
                  </a:cubicBezTo>
                  <a:cubicBezTo>
                    <a:pt x="24" y="8"/>
                    <a:pt x="24" y="7"/>
                    <a:pt x="24" y="8"/>
                  </a:cubicBezTo>
                  <a:cubicBezTo>
                    <a:pt x="24" y="7"/>
                    <a:pt x="23" y="7"/>
                    <a:pt x="23" y="7"/>
                  </a:cubicBezTo>
                  <a:cubicBezTo>
                    <a:pt x="22" y="7"/>
                    <a:pt x="21" y="8"/>
                    <a:pt x="19" y="9"/>
                  </a:cubicBezTo>
                  <a:cubicBezTo>
                    <a:pt x="19" y="9"/>
                    <a:pt x="20" y="9"/>
                    <a:pt x="20" y="9"/>
                  </a:cubicBezTo>
                  <a:cubicBezTo>
                    <a:pt x="20" y="8"/>
                    <a:pt x="20" y="8"/>
                    <a:pt x="21" y="8"/>
                  </a:cubicBezTo>
                  <a:cubicBezTo>
                    <a:pt x="21" y="8"/>
                    <a:pt x="22" y="7"/>
                    <a:pt x="22" y="8"/>
                  </a:cubicBezTo>
                  <a:cubicBezTo>
                    <a:pt x="22" y="8"/>
                    <a:pt x="23" y="8"/>
                    <a:pt x="23" y="8"/>
                  </a:cubicBezTo>
                  <a:cubicBezTo>
                    <a:pt x="23" y="8"/>
                    <a:pt x="23" y="8"/>
                    <a:pt x="23" y="9"/>
                  </a:cubicBezTo>
                  <a:cubicBezTo>
                    <a:pt x="23" y="8"/>
                    <a:pt x="23" y="9"/>
                    <a:pt x="22" y="9"/>
                  </a:cubicBezTo>
                  <a:cubicBezTo>
                    <a:pt x="22" y="9"/>
                    <a:pt x="21" y="9"/>
                    <a:pt x="21" y="9"/>
                  </a:cubicBezTo>
                  <a:cubicBezTo>
                    <a:pt x="21" y="9"/>
                    <a:pt x="22" y="10"/>
                    <a:pt x="22" y="10"/>
                  </a:cubicBezTo>
                  <a:cubicBezTo>
                    <a:pt x="21" y="9"/>
                    <a:pt x="21" y="9"/>
                    <a:pt x="20" y="9"/>
                  </a:cubicBezTo>
                  <a:cubicBezTo>
                    <a:pt x="20" y="9"/>
                    <a:pt x="19" y="9"/>
                    <a:pt x="19" y="9"/>
                  </a:cubicBezTo>
                  <a:cubicBezTo>
                    <a:pt x="15" y="11"/>
                    <a:pt x="12" y="14"/>
                    <a:pt x="10" y="18"/>
                  </a:cubicBezTo>
                  <a:cubicBezTo>
                    <a:pt x="10" y="18"/>
                    <a:pt x="10" y="18"/>
                    <a:pt x="10" y="18"/>
                  </a:cubicBezTo>
                  <a:cubicBezTo>
                    <a:pt x="10" y="18"/>
                    <a:pt x="10" y="19"/>
                    <a:pt x="11" y="19"/>
                  </a:cubicBezTo>
                  <a:cubicBezTo>
                    <a:pt x="11" y="19"/>
                    <a:pt x="11" y="19"/>
                    <a:pt x="11" y="19"/>
                  </a:cubicBezTo>
                  <a:cubicBezTo>
                    <a:pt x="11" y="19"/>
                    <a:pt x="13" y="20"/>
                    <a:pt x="13" y="21"/>
                  </a:cubicBezTo>
                  <a:cubicBezTo>
                    <a:pt x="13" y="21"/>
                    <a:pt x="13" y="21"/>
                    <a:pt x="14" y="21"/>
                  </a:cubicBezTo>
                  <a:cubicBezTo>
                    <a:pt x="14" y="22"/>
                    <a:pt x="13" y="22"/>
                    <a:pt x="13" y="22"/>
                  </a:cubicBezTo>
                  <a:cubicBezTo>
                    <a:pt x="13" y="22"/>
                    <a:pt x="12" y="21"/>
                    <a:pt x="12" y="22"/>
                  </a:cubicBezTo>
                  <a:cubicBezTo>
                    <a:pt x="12" y="22"/>
                    <a:pt x="12" y="23"/>
                    <a:pt x="13" y="23"/>
                  </a:cubicBezTo>
                  <a:cubicBezTo>
                    <a:pt x="12" y="23"/>
                    <a:pt x="12" y="25"/>
                    <a:pt x="12" y="26"/>
                  </a:cubicBezTo>
                  <a:cubicBezTo>
                    <a:pt x="12" y="26"/>
                    <a:pt x="12" y="26"/>
                    <a:pt x="12" y="26"/>
                  </a:cubicBezTo>
                  <a:cubicBezTo>
                    <a:pt x="12" y="26"/>
                    <a:pt x="13" y="28"/>
                    <a:pt x="13" y="28"/>
                  </a:cubicBezTo>
                  <a:cubicBezTo>
                    <a:pt x="13" y="28"/>
                    <a:pt x="14" y="30"/>
                    <a:pt x="15" y="30"/>
                  </a:cubicBezTo>
                  <a:cubicBezTo>
                    <a:pt x="15" y="30"/>
                    <a:pt x="16" y="31"/>
                    <a:pt x="16" y="31"/>
                  </a:cubicBezTo>
                  <a:cubicBezTo>
                    <a:pt x="17" y="32"/>
                    <a:pt x="17" y="33"/>
                    <a:pt x="17" y="33"/>
                  </a:cubicBezTo>
                  <a:cubicBezTo>
                    <a:pt x="17" y="34"/>
                    <a:pt x="18" y="34"/>
                    <a:pt x="18" y="35"/>
                  </a:cubicBezTo>
                  <a:cubicBezTo>
                    <a:pt x="18" y="35"/>
                    <a:pt x="18" y="35"/>
                    <a:pt x="18" y="35"/>
                  </a:cubicBezTo>
                  <a:cubicBezTo>
                    <a:pt x="18" y="35"/>
                    <a:pt x="19" y="35"/>
                    <a:pt x="19" y="36"/>
                  </a:cubicBezTo>
                  <a:cubicBezTo>
                    <a:pt x="19" y="36"/>
                    <a:pt x="19" y="37"/>
                    <a:pt x="19" y="37"/>
                  </a:cubicBezTo>
                  <a:cubicBezTo>
                    <a:pt x="20" y="36"/>
                    <a:pt x="19" y="35"/>
                    <a:pt x="18" y="34"/>
                  </a:cubicBezTo>
                  <a:cubicBezTo>
                    <a:pt x="18" y="34"/>
                    <a:pt x="18" y="34"/>
                    <a:pt x="18" y="33"/>
                  </a:cubicBezTo>
                  <a:cubicBezTo>
                    <a:pt x="18" y="33"/>
                    <a:pt x="18" y="32"/>
                    <a:pt x="17" y="32"/>
                  </a:cubicBezTo>
                  <a:cubicBezTo>
                    <a:pt x="18" y="32"/>
                    <a:pt x="18" y="32"/>
                    <a:pt x="18" y="33"/>
                  </a:cubicBezTo>
                  <a:cubicBezTo>
                    <a:pt x="18" y="33"/>
                    <a:pt x="20" y="35"/>
                    <a:pt x="20" y="35"/>
                  </a:cubicBezTo>
                  <a:cubicBezTo>
                    <a:pt x="20" y="35"/>
                    <a:pt x="21" y="37"/>
                    <a:pt x="21" y="37"/>
                  </a:cubicBezTo>
                  <a:cubicBezTo>
                    <a:pt x="21" y="37"/>
                    <a:pt x="22" y="37"/>
                    <a:pt x="22" y="38"/>
                  </a:cubicBezTo>
                  <a:cubicBezTo>
                    <a:pt x="22" y="38"/>
                    <a:pt x="22" y="39"/>
                    <a:pt x="23" y="40"/>
                  </a:cubicBezTo>
                  <a:cubicBezTo>
                    <a:pt x="23" y="41"/>
                    <a:pt x="24" y="41"/>
                    <a:pt x="25" y="41"/>
                  </a:cubicBezTo>
                  <a:cubicBezTo>
                    <a:pt x="25" y="42"/>
                    <a:pt x="26" y="42"/>
                    <a:pt x="26" y="42"/>
                  </a:cubicBezTo>
                  <a:cubicBezTo>
                    <a:pt x="27" y="43"/>
                    <a:pt x="27" y="42"/>
                    <a:pt x="28" y="42"/>
                  </a:cubicBezTo>
                  <a:cubicBezTo>
                    <a:pt x="29" y="42"/>
                    <a:pt x="29" y="43"/>
                    <a:pt x="30" y="44"/>
                  </a:cubicBezTo>
                  <a:cubicBezTo>
                    <a:pt x="31" y="44"/>
                    <a:pt x="32" y="44"/>
                    <a:pt x="32" y="44"/>
                  </a:cubicBezTo>
                  <a:cubicBezTo>
                    <a:pt x="32" y="44"/>
                    <a:pt x="33" y="46"/>
                    <a:pt x="33" y="46"/>
                  </a:cubicBezTo>
                  <a:cubicBezTo>
                    <a:pt x="34" y="46"/>
                    <a:pt x="34" y="47"/>
                    <a:pt x="35" y="47"/>
                  </a:cubicBezTo>
                  <a:cubicBezTo>
                    <a:pt x="35" y="47"/>
                    <a:pt x="35" y="47"/>
                    <a:pt x="35" y="47"/>
                  </a:cubicBezTo>
                  <a:cubicBezTo>
                    <a:pt x="35" y="47"/>
                    <a:pt x="36" y="48"/>
                    <a:pt x="36" y="48"/>
                  </a:cubicBezTo>
                  <a:cubicBezTo>
                    <a:pt x="36" y="48"/>
                    <a:pt x="36" y="47"/>
                    <a:pt x="36" y="47"/>
                  </a:cubicBezTo>
                  <a:cubicBezTo>
                    <a:pt x="36" y="47"/>
                    <a:pt x="35" y="47"/>
                    <a:pt x="34" y="46"/>
                  </a:cubicBezTo>
                  <a:cubicBezTo>
                    <a:pt x="34" y="46"/>
                    <a:pt x="34" y="45"/>
                    <a:pt x="34" y="45"/>
                  </a:cubicBezTo>
                  <a:cubicBezTo>
                    <a:pt x="35" y="45"/>
                    <a:pt x="35" y="44"/>
                    <a:pt x="34" y="43"/>
                  </a:cubicBezTo>
                  <a:cubicBezTo>
                    <a:pt x="34" y="43"/>
                    <a:pt x="34" y="43"/>
                    <a:pt x="34" y="42"/>
                  </a:cubicBezTo>
                  <a:cubicBezTo>
                    <a:pt x="33" y="43"/>
                    <a:pt x="33" y="42"/>
                    <a:pt x="32" y="42"/>
                  </a:cubicBezTo>
                  <a:cubicBezTo>
                    <a:pt x="32" y="42"/>
                    <a:pt x="32" y="42"/>
                    <a:pt x="32" y="42"/>
                  </a:cubicBezTo>
                  <a:cubicBezTo>
                    <a:pt x="32" y="42"/>
                    <a:pt x="32" y="43"/>
                    <a:pt x="32" y="42"/>
                  </a:cubicBezTo>
                  <a:cubicBezTo>
                    <a:pt x="32" y="42"/>
                    <a:pt x="32" y="41"/>
                    <a:pt x="32" y="41"/>
                  </a:cubicBezTo>
                  <a:cubicBezTo>
                    <a:pt x="32" y="40"/>
                    <a:pt x="33" y="39"/>
                    <a:pt x="32" y="39"/>
                  </a:cubicBezTo>
                  <a:cubicBezTo>
                    <a:pt x="31" y="39"/>
                    <a:pt x="31" y="39"/>
                    <a:pt x="31" y="40"/>
                  </a:cubicBezTo>
                  <a:cubicBezTo>
                    <a:pt x="30" y="40"/>
                    <a:pt x="30" y="40"/>
                    <a:pt x="30" y="41"/>
                  </a:cubicBezTo>
                  <a:cubicBezTo>
                    <a:pt x="30" y="41"/>
                    <a:pt x="28" y="41"/>
                    <a:pt x="28" y="41"/>
                  </a:cubicBezTo>
                  <a:cubicBezTo>
                    <a:pt x="27" y="40"/>
                    <a:pt x="27" y="39"/>
                    <a:pt x="27" y="38"/>
                  </a:cubicBezTo>
                  <a:cubicBezTo>
                    <a:pt x="27" y="37"/>
                    <a:pt x="27" y="36"/>
                    <a:pt x="27" y="35"/>
                  </a:cubicBezTo>
                  <a:cubicBezTo>
                    <a:pt x="27" y="35"/>
                    <a:pt x="27" y="34"/>
                    <a:pt x="27" y="34"/>
                  </a:cubicBezTo>
                  <a:cubicBezTo>
                    <a:pt x="28" y="34"/>
                    <a:pt x="28" y="34"/>
                    <a:pt x="28" y="34"/>
                  </a:cubicBezTo>
                  <a:cubicBezTo>
                    <a:pt x="28" y="34"/>
                    <a:pt x="28" y="34"/>
                    <a:pt x="28" y="34"/>
                  </a:cubicBezTo>
                  <a:cubicBezTo>
                    <a:pt x="28" y="34"/>
                    <a:pt x="29" y="33"/>
                    <a:pt x="30" y="34"/>
                  </a:cubicBezTo>
                  <a:cubicBezTo>
                    <a:pt x="30" y="34"/>
                    <a:pt x="31" y="34"/>
                    <a:pt x="31" y="33"/>
                  </a:cubicBezTo>
                  <a:cubicBezTo>
                    <a:pt x="31" y="33"/>
                    <a:pt x="31" y="33"/>
                    <a:pt x="31" y="33"/>
                  </a:cubicBezTo>
                  <a:cubicBezTo>
                    <a:pt x="31" y="33"/>
                    <a:pt x="31" y="33"/>
                    <a:pt x="32" y="33"/>
                  </a:cubicBezTo>
                  <a:cubicBezTo>
                    <a:pt x="32" y="33"/>
                    <a:pt x="33" y="33"/>
                    <a:pt x="33" y="33"/>
                  </a:cubicBezTo>
                  <a:cubicBezTo>
                    <a:pt x="34" y="34"/>
                    <a:pt x="34" y="34"/>
                    <a:pt x="34" y="33"/>
                  </a:cubicBezTo>
                  <a:cubicBezTo>
                    <a:pt x="35" y="34"/>
                    <a:pt x="35" y="34"/>
                    <a:pt x="35" y="34"/>
                  </a:cubicBezTo>
                  <a:cubicBezTo>
                    <a:pt x="35" y="35"/>
                    <a:pt x="35" y="36"/>
                    <a:pt x="36" y="36"/>
                  </a:cubicBezTo>
                  <a:cubicBezTo>
                    <a:pt x="36" y="37"/>
                    <a:pt x="36" y="35"/>
                    <a:pt x="36" y="35"/>
                  </a:cubicBezTo>
                  <a:cubicBezTo>
                    <a:pt x="36" y="35"/>
                    <a:pt x="36" y="33"/>
                    <a:pt x="36" y="33"/>
                  </a:cubicBezTo>
                  <a:cubicBezTo>
                    <a:pt x="35" y="33"/>
                    <a:pt x="35" y="32"/>
                    <a:pt x="36" y="31"/>
                  </a:cubicBezTo>
                  <a:cubicBezTo>
                    <a:pt x="36" y="31"/>
                    <a:pt x="37" y="31"/>
                    <a:pt x="37" y="31"/>
                  </a:cubicBezTo>
                  <a:cubicBezTo>
                    <a:pt x="38" y="30"/>
                    <a:pt x="38" y="30"/>
                    <a:pt x="38" y="29"/>
                  </a:cubicBezTo>
                  <a:cubicBezTo>
                    <a:pt x="38" y="29"/>
                    <a:pt x="38" y="29"/>
                    <a:pt x="38" y="29"/>
                  </a:cubicBezTo>
                  <a:cubicBezTo>
                    <a:pt x="38" y="29"/>
                    <a:pt x="38" y="28"/>
                    <a:pt x="38" y="29"/>
                  </a:cubicBezTo>
                  <a:cubicBezTo>
                    <a:pt x="38" y="28"/>
                    <a:pt x="38" y="28"/>
                    <a:pt x="38" y="28"/>
                  </a:cubicBezTo>
                  <a:cubicBezTo>
                    <a:pt x="38" y="28"/>
                    <a:pt x="38" y="27"/>
                    <a:pt x="38" y="27"/>
                  </a:cubicBezTo>
                  <a:cubicBezTo>
                    <a:pt x="39" y="28"/>
                    <a:pt x="40" y="27"/>
                    <a:pt x="39" y="26"/>
                  </a:cubicBezTo>
                  <a:cubicBezTo>
                    <a:pt x="40" y="26"/>
                    <a:pt x="41" y="26"/>
                    <a:pt x="41" y="26"/>
                  </a:cubicBezTo>
                  <a:cubicBezTo>
                    <a:pt x="41" y="26"/>
                    <a:pt x="41" y="25"/>
                    <a:pt x="41" y="25"/>
                  </a:cubicBezTo>
                  <a:cubicBezTo>
                    <a:pt x="42" y="24"/>
                    <a:pt x="42" y="24"/>
                    <a:pt x="42" y="24"/>
                  </a:cubicBezTo>
                  <a:cubicBezTo>
                    <a:pt x="42" y="24"/>
                    <a:pt x="43" y="24"/>
                    <a:pt x="43" y="23"/>
                  </a:cubicBezTo>
                  <a:cubicBezTo>
                    <a:pt x="44" y="24"/>
                    <a:pt x="45" y="23"/>
                    <a:pt x="44" y="22"/>
                  </a:cubicBezTo>
                  <a:cubicBezTo>
                    <a:pt x="44" y="22"/>
                    <a:pt x="44" y="22"/>
                    <a:pt x="43" y="22"/>
                  </a:cubicBezTo>
                  <a:cubicBezTo>
                    <a:pt x="44" y="22"/>
                    <a:pt x="44" y="22"/>
                    <a:pt x="44" y="22"/>
                  </a:cubicBezTo>
                  <a:cubicBezTo>
                    <a:pt x="45" y="21"/>
                    <a:pt x="44" y="21"/>
                    <a:pt x="44" y="21"/>
                  </a:cubicBezTo>
                  <a:cubicBezTo>
                    <a:pt x="43" y="21"/>
                    <a:pt x="43" y="21"/>
                    <a:pt x="42" y="21"/>
                  </a:cubicBezTo>
                  <a:cubicBezTo>
                    <a:pt x="42" y="22"/>
                    <a:pt x="42" y="22"/>
                    <a:pt x="41" y="22"/>
                  </a:cubicBezTo>
                  <a:close/>
                  <a:moveTo>
                    <a:pt x="50" y="49"/>
                  </a:moveTo>
                  <a:cubicBezTo>
                    <a:pt x="50" y="49"/>
                    <a:pt x="49" y="49"/>
                    <a:pt x="49" y="49"/>
                  </a:cubicBezTo>
                  <a:cubicBezTo>
                    <a:pt x="49" y="49"/>
                    <a:pt x="48" y="48"/>
                    <a:pt x="48" y="48"/>
                  </a:cubicBezTo>
                  <a:cubicBezTo>
                    <a:pt x="48" y="48"/>
                    <a:pt x="47" y="47"/>
                    <a:pt x="47" y="47"/>
                  </a:cubicBezTo>
                  <a:cubicBezTo>
                    <a:pt x="46" y="46"/>
                    <a:pt x="46" y="46"/>
                    <a:pt x="45" y="46"/>
                  </a:cubicBezTo>
                  <a:cubicBezTo>
                    <a:pt x="45" y="46"/>
                    <a:pt x="44" y="47"/>
                    <a:pt x="44" y="47"/>
                  </a:cubicBezTo>
                  <a:cubicBezTo>
                    <a:pt x="44" y="46"/>
                    <a:pt x="43" y="46"/>
                    <a:pt x="43" y="46"/>
                  </a:cubicBezTo>
                  <a:cubicBezTo>
                    <a:pt x="42" y="46"/>
                    <a:pt x="42" y="45"/>
                    <a:pt x="41" y="46"/>
                  </a:cubicBezTo>
                  <a:cubicBezTo>
                    <a:pt x="41" y="46"/>
                    <a:pt x="41" y="46"/>
                    <a:pt x="41" y="47"/>
                  </a:cubicBezTo>
                  <a:cubicBezTo>
                    <a:pt x="40" y="46"/>
                    <a:pt x="41" y="46"/>
                    <a:pt x="41" y="45"/>
                  </a:cubicBezTo>
                  <a:cubicBezTo>
                    <a:pt x="40" y="45"/>
                    <a:pt x="39" y="46"/>
                    <a:pt x="39" y="46"/>
                  </a:cubicBezTo>
                  <a:cubicBezTo>
                    <a:pt x="39" y="46"/>
                    <a:pt x="39" y="46"/>
                    <a:pt x="38" y="46"/>
                  </a:cubicBezTo>
                  <a:cubicBezTo>
                    <a:pt x="38" y="47"/>
                    <a:pt x="38" y="47"/>
                    <a:pt x="38" y="47"/>
                  </a:cubicBezTo>
                  <a:cubicBezTo>
                    <a:pt x="38" y="47"/>
                    <a:pt x="37" y="47"/>
                    <a:pt x="37" y="47"/>
                  </a:cubicBezTo>
                  <a:cubicBezTo>
                    <a:pt x="37" y="48"/>
                    <a:pt x="37" y="49"/>
                    <a:pt x="37" y="50"/>
                  </a:cubicBezTo>
                  <a:cubicBezTo>
                    <a:pt x="38" y="50"/>
                    <a:pt x="37" y="51"/>
                    <a:pt x="37" y="52"/>
                  </a:cubicBezTo>
                  <a:cubicBezTo>
                    <a:pt x="37" y="52"/>
                    <a:pt x="36" y="53"/>
                    <a:pt x="36" y="53"/>
                  </a:cubicBezTo>
                  <a:cubicBezTo>
                    <a:pt x="36" y="54"/>
                    <a:pt x="36" y="54"/>
                    <a:pt x="36" y="54"/>
                  </a:cubicBezTo>
                  <a:cubicBezTo>
                    <a:pt x="36" y="55"/>
                    <a:pt x="36" y="55"/>
                    <a:pt x="36" y="56"/>
                  </a:cubicBezTo>
                  <a:cubicBezTo>
                    <a:pt x="36" y="56"/>
                    <a:pt x="36" y="56"/>
                    <a:pt x="36" y="57"/>
                  </a:cubicBezTo>
                  <a:cubicBezTo>
                    <a:pt x="41" y="56"/>
                    <a:pt x="46" y="53"/>
                    <a:pt x="50" y="49"/>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33" name="Freeform 92">
              <a:extLst>
                <a:ext uri="{FF2B5EF4-FFF2-40B4-BE49-F238E27FC236}">
                  <a16:creationId xmlns:a16="http://schemas.microsoft.com/office/drawing/2014/main" id="{386C4F72-1E40-A955-421D-292F20FA8021}"/>
                </a:ext>
              </a:extLst>
            </p:cNvPr>
            <p:cNvSpPr>
              <a:spLocks noEditPoints="1"/>
            </p:cNvSpPr>
            <p:nvPr/>
          </p:nvSpPr>
          <p:spPr bwMode="auto">
            <a:xfrm>
              <a:off x="3702415" y="1648889"/>
              <a:ext cx="356160" cy="331046"/>
            </a:xfrm>
            <a:custGeom>
              <a:avLst/>
              <a:gdLst/>
              <a:ahLst/>
              <a:cxnLst>
                <a:cxn ang="0">
                  <a:pos x="20" y="47"/>
                </a:cxn>
                <a:cxn ang="0">
                  <a:pos x="5" y="29"/>
                </a:cxn>
                <a:cxn ang="0">
                  <a:pos x="2" y="19"/>
                </a:cxn>
                <a:cxn ang="0">
                  <a:pos x="11" y="17"/>
                </a:cxn>
                <a:cxn ang="0">
                  <a:pos x="21" y="24"/>
                </a:cxn>
                <a:cxn ang="0">
                  <a:pos x="20" y="47"/>
                </a:cxn>
                <a:cxn ang="0">
                  <a:pos x="33" y="57"/>
                </a:cxn>
                <a:cxn ang="0">
                  <a:pos x="27" y="59"/>
                </a:cxn>
                <a:cxn ang="0">
                  <a:pos x="23" y="58"/>
                </a:cxn>
                <a:cxn ang="0">
                  <a:pos x="22" y="49"/>
                </a:cxn>
                <a:cxn ang="0">
                  <a:pos x="22" y="18"/>
                </a:cxn>
                <a:cxn ang="0">
                  <a:pos x="25" y="9"/>
                </a:cxn>
                <a:cxn ang="0">
                  <a:pos x="28" y="9"/>
                </a:cxn>
                <a:cxn ang="0">
                  <a:pos x="34" y="12"/>
                </a:cxn>
                <a:cxn ang="0">
                  <a:pos x="33" y="57"/>
                </a:cxn>
                <a:cxn ang="0">
                  <a:pos x="44" y="52"/>
                </a:cxn>
                <a:cxn ang="0">
                  <a:pos x="41" y="42"/>
                </a:cxn>
                <a:cxn ang="0">
                  <a:pos x="41" y="27"/>
                </a:cxn>
                <a:cxn ang="0">
                  <a:pos x="37" y="14"/>
                </a:cxn>
                <a:cxn ang="0">
                  <a:pos x="46" y="22"/>
                </a:cxn>
                <a:cxn ang="0">
                  <a:pos x="47" y="25"/>
                </a:cxn>
                <a:cxn ang="0">
                  <a:pos x="47" y="39"/>
                </a:cxn>
                <a:cxn ang="0">
                  <a:pos x="44" y="52"/>
                </a:cxn>
                <a:cxn ang="0">
                  <a:pos x="58" y="63"/>
                </a:cxn>
                <a:cxn ang="0">
                  <a:pos x="51" y="67"/>
                </a:cxn>
                <a:cxn ang="0">
                  <a:pos x="48" y="66"/>
                </a:cxn>
                <a:cxn ang="0">
                  <a:pos x="45" y="57"/>
                </a:cxn>
                <a:cxn ang="0">
                  <a:pos x="45" y="11"/>
                </a:cxn>
                <a:cxn ang="0">
                  <a:pos x="48" y="1"/>
                </a:cxn>
                <a:cxn ang="0">
                  <a:pos x="51" y="0"/>
                </a:cxn>
                <a:cxn ang="0">
                  <a:pos x="58" y="4"/>
                </a:cxn>
                <a:cxn ang="0">
                  <a:pos x="58" y="63"/>
                </a:cxn>
              </a:cxnLst>
              <a:rect l="0" t="0" r="r" b="b"/>
              <a:pathLst>
                <a:path w="72" h="67">
                  <a:moveTo>
                    <a:pt x="20" y="47"/>
                  </a:moveTo>
                  <a:cubicBezTo>
                    <a:pt x="17" y="35"/>
                    <a:pt x="5" y="29"/>
                    <a:pt x="5" y="29"/>
                  </a:cubicBezTo>
                  <a:cubicBezTo>
                    <a:pt x="2" y="27"/>
                    <a:pt x="0" y="23"/>
                    <a:pt x="2" y="19"/>
                  </a:cubicBezTo>
                  <a:cubicBezTo>
                    <a:pt x="4" y="16"/>
                    <a:pt x="8" y="15"/>
                    <a:pt x="11" y="17"/>
                  </a:cubicBezTo>
                  <a:cubicBezTo>
                    <a:pt x="12" y="17"/>
                    <a:pt x="16" y="19"/>
                    <a:pt x="21" y="24"/>
                  </a:cubicBezTo>
                  <a:cubicBezTo>
                    <a:pt x="23" y="29"/>
                    <a:pt x="25" y="39"/>
                    <a:pt x="20" y="47"/>
                  </a:cubicBezTo>
                  <a:close/>
                  <a:moveTo>
                    <a:pt x="33" y="57"/>
                  </a:moveTo>
                  <a:cubicBezTo>
                    <a:pt x="32" y="58"/>
                    <a:pt x="29" y="59"/>
                    <a:pt x="27" y="59"/>
                  </a:cubicBezTo>
                  <a:cubicBezTo>
                    <a:pt x="26" y="59"/>
                    <a:pt x="25" y="59"/>
                    <a:pt x="23" y="58"/>
                  </a:cubicBezTo>
                  <a:cubicBezTo>
                    <a:pt x="20" y="56"/>
                    <a:pt x="20" y="52"/>
                    <a:pt x="22" y="49"/>
                  </a:cubicBezTo>
                  <a:cubicBezTo>
                    <a:pt x="30" y="37"/>
                    <a:pt x="22" y="19"/>
                    <a:pt x="22" y="18"/>
                  </a:cubicBezTo>
                  <a:cubicBezTo>
                    <a:pt x="20" y="15"/>
                    <a:pt x="21" y="11"/>
                    <a:pt x="25" y="9"/>
                  </a:cubicBezTo>
                  <a:cubicBezTo>
                    <a:pt x="26" y="9"/>
                    <a:pt x="27" y="9"/>
                    <a:pt x="28" y="9"/>
                  </a:cubicBezTo>
                  <a:cubicBezTo>
                    <a:pt x="30" y="9"/>
                    <a:pt x="33" y="10"/>
                    <a:pt x="34" y="12"/>
                  </a:cubicBezTo>
                  <a:cubicBezTo>
                    <a:pt x="34" y="13"/>
                    <a:pt x="46" y="38"/>
                    <a:pt x="33" y="57"/>
                  </a:cubicBezTo>
                  <a:close/>
                  <a:moveTo>
                    <a:pt x="44" y="52"/>
                  </a:moveTo>
                  <a:cubicBezTo>
                    <a:pt x="44" y="48"/>
                    <a:pt x="43" y="45"/>
                    <a:pt x="41" y="42"/>
                  </a:cubicBezTo>
                  <a:cubicBezTo>
                    <a:pt x="42" y="37"/>
                    <a:pt x="42" y="32"/>
                    <a:pt x="41" y="27"/>
                  </a:cubicBezTo>
                  <a:cubicBezTo>
                    <a:pt x="40" y="21"/>
                    <a:pt x="39" y="16"/>
                    <a:pt x="37" y="14"/>
                  </a:cubicBezTo>
                  <a:cubicBezTo>
                    <a:pt x="40" y="16"/>
                    <a:pt x="43" y="18"/>
                    <a:pt x="46" y="22"/>
                  </a:cubicBezTo>
                  <a:cubicBezTo>
                    <a:pt x="46" y="23"/>
                    <a:pt x="46" y="24"/>
                    <a:pt x="47" y="25"/>
                  </a:cubicBezTo>
                  <a:cubicBezTo>
                    <a:pt x="47" y="30"/>
                    <a:pt x="47" y="35"/>
                    <a:pt x="47" y="39"/>
                  </a:cubicBezTo>
                  <a:cubicBezTo>
                    <a:pt x="46" y="43"/>
                    <a:pt x="45" y="48"/>
                    <a:pt x="44" y="52"/>
                  </a:cubicBezTo>
                  <a:close/>
                  <a:moveTo>
                    <a:pt x="58" y="63"/>
                  </a:moveTo>
                  <a:cubicBezTo>
                    <a:pt x="56" y="66"/>
                    <a:pt x="54" y="67"/>
                    <a:pt x="51" y="67"/>
                  </a:cubicBezTo>
                  <a:cubicBezTo>
                    <a:pt x="50" y="67"/>
                    <a:pt x="49" y="67"/>
                    <a:pt x="48" y="66"/>
                  </a:cubicBezTo>
                  <a:cubicBezTo>
                    <a:pt x="45" y="65"/>
                    <a:pt x="43" y="61"/>
                    <a:pt x="45" y="57"/>
                  </a:cubicBezTo>
                  <a:cubicBezTo>
                    <a:pt x="56" y="32"/>
                    <a:pt x="45" y="11"/>
                    <a:pt x="45" y="11"/>
                  </a:cubicBezTo>
                  <a:cubicBezTo>
                    <a:pt x="43" y="7"/>
                    <a:pt x="45" y="3"/>
                    <a:pt x="48" y="1"/>
                  </a:cubicBezTo>
                  <a:cubicBezTo>
                    <a:pt x="49" y="1"/>
                    <a:pt x="50" y="0"/>
                    <a:pt x="51" y="0"/>
                  </a:cubicBezTo>
                  <a:cubicBezTo>
                    <a:pt x="54" y="0"/>
                    <a:pt x="57" y="2"/>
                    <a:pt x="58" y="4"/>
                  </a:cubicBezTo>
                  <a:cubicBezTo>
                    <a:pt x="58" y="5"/>
                    <a:pt x="72" y="32"/>
                    <a:pt x="58" y="63"/>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34" name="Freeform 101">
              <a:extLst>
                <a:ext uri="{FF2B5EF4-FFF2-40B4-BE49-F238E27FC236}">
                  <a16:creationId xmlns:a16="http://schemas.microsoft.com/office/drawing/2014/main" id="{016DBD0B-AB9D-E7DC-EB19-26DECD98A00C}"/>
                </a:ext>
              </a:extLst>
            </p:cNvPr>
            <p:cNvSpPr>
              <a:spLocks noEditPoints="1"/>
            </p:cNvSpPr>
            <p:nvPr/>
          </p:nvSpPr>
          <p:spPr bwMode="auto">
            <a:xfrm>
              <a:off x="6405914" y="1673062"/>
              <a:ext cx="426634" cy="282701"/>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35" name="Freeform 157">
              <a:extLst>
                <a:ext uri="{FF2B5EF4-FFF2-40B4-BE49-F238E27FC236}">
                  <a16:creationId xmlns:a16="http://schemas.microsoft.com/office/drawing/2014/main" id="{924C06EF-1BB8-D64A-F64C-D47DF44EC06E}"/>
                </a:ext>
              </a:extLst>
            </p:cNvPr>
            <p:cNvSpPr>
              <a:spLocks noEditPoints="1"/>
            </p:cNvSpPr>
            <p:nvPr/>
          </p:nvSpPr>
          <p:spPr bwMode="auto">
            <a:xfrm>
              <a:off x="2370799" y="4166330"/>
              <a:ext cx="276967" cy="306716"/>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cxnSp>
        <p:nvCxnSpPr>
          <p:cNvPr id="39" name="Straight Connector 38">
            <a:extLst>
              <a:ext uri="{FF2B5EF4-FFF2-40B4-BE49-F238E27FC236}">
                <a16:creationId xmlns:a16="http://schemas.microsoft.com/office/drawing/2014/main" id="{034C0472-58D3-BD01-DF50-CF1DCFEFD644}"/>
              </a:ext>
            </a:extLst>
          </p:cNvPr>
          <p:cNvCxnSpPr/>
          <p:nvPr/>
        </p:nvCxnSpPr>
        <p:spPr>
          <a:xfrm flipH="1">
            <a:off x="3376893" y="1251779"/>
            <a:ext cx="369337"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40" name="Straight Connector 39">
            <a:extLst>
              <a:ext uri="{FF2B5EF4-FFF2-40B4-BE49-F238E27FC236}">
                <a16:creationId xmlns:a16="http://schemas.microsoft.com/office/drawing/2014/main" id="{67500465-9DB8-5C0C-F16F-12B87C52875D}"/>
              </a:ext>
            </a:extLst>
          </p:cNvPr>
          <p:cNvCxnSpPr/>
          <p:nvPr/>
        </p:nvCxnSpPr>
        <p:spPr>
          <a:xfrm flipH="1">
            <a:off x="8395933" y="1251779"/>
            <a:ext cx="369337" cy="0"/>
          </a:xfrm>
          <a:prstGeom prst="line">
            <a:avLst/>
          </a:prstGeom>
          <a:ln/>
        </p:spPr>
        <p:style>
          <a:lnRef idx="3">
            <a:schemeClr val="accent5"/>
          </a:lnRef>
          <a:fillRef idx="0">
            <a:schemeClr val="accent5"/>
          </a:fillRef>
          <a:effectRef idx="2">
            <a:schemeClr val="accent5"/>
          </a:effectRef>
          <a:fontRef idx="minor">
            <a:schemeClr val="tx1"/>
          </a:fontRef>
        </p:style>
      </p:cxnSp>
      <p:grpSp>
        <p:nvGrpSpPr>
          <p:cNvPr id="41" name="Group 40">
            <a:extLst>
              <a:ext uri="{FF2B5EF4-FFF2-40B4-BE49-F238E27FC236}">
                <a16:creationId xmlns:a16="http://schemas.microsoft.com/office/drawing/2014/main" id="{B3BD2F91-AED6-0A3D-259F-4BB94BBBEF93}"/>
              </a:ext>
            </a:extLst>
          </p:cNvPr>
          <p:cNvGrpSpPr/>
          <p:nvPr/>
        </p:nvGrpSpPr>
        <p:grpSpPr>
          <a:xfrm>
            <a:off x="1364451" y="4253380"/>
            <a:ext cx="1975086" cy="1415591"/>
            <a:chOff x="1364451" y="4314862"/>
            <a:chExt cx="1975086" cy="1415591"/>
          </a:xfrm>
        </p:grpSpPr>
        <p:sp>
          <p:nvSpPr>
            <p:cNvPr id="42" name="TextBox 41">
              <a:extLst>
                <a:ext uri="{FF2B5EF4-FFF2-40B4-BE49-F238E27FC236}">
                  <a16:creationId xmlns:a16="http://schemas.microsoft.com/office/drawing/2014/main" id="{993C4580-F5FA-2EA5-1EDC-C43C44FAB77E}"/>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1</a:t>
              </a:r>
              <a:r>
                <a:rPr kumimoji="0" lang="en-US" sz="1400" b="0" i="0" u="none" strike="noStrike" kern="1200" cap="none" spc="0" normalizeH="0" baseline="30000" noProof="0" dirty="0">
                  <a:ln>
                    <a:noFill/>
                  </a:ln>
                  <a:solidFill>
                    <a:schemeClr val="bg1"/>
                  </a:solidFill>
                  <a:effectLst/>
                  <a:uLnTx/>
                  <a:uFillTx/>
                  <a:latin typeface="Segoe UI Semibold"/>
                  <a:ea typeface="+mn-ea"/>
                  <a:cs typeface="Segoe UI" panose="020B0502040204020203" pitchFamily="34" charset="0"/>
                </a:rPr>
                <a:t>st</a:t>
              </a: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 Milestone</a:t>
              </a:r>
            </a:p>
          </p:txBody>
        </p:sp>
        <p:sp>
          <p:nvSpPr>
            <p:cNvPr id="43" name="TextBox 42">
              <a:extLst>
                <a:ext uri="{FF2B5EF4-FFF2-40B4-BE49-F238E27FC236}">
                  <a16:creationId xmlns:a16="http://schemas.microsoft.com/office/drawing/2014/main" id="{3DA42118-CC1C-9B2D-5B4D-6341A91037D9}"/>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44" name="Group 43">
            <a:extLst>
              <a:ext uri="{FF2B5EF4-FFF2-40B4-BE49-F238E27FC236}">
                <a16:creationId xmlns:a16="http://schemas.microsoft.com/office/drawing/2014/main" id="{7195A490-745A-12A5-38CC-58900752821A}"/>
              </a:ext>
            </a:extLst>
          </p:cNvPr>
          <p:cNvGrpSpPr/>
          <p:nvPr/>
        </p:nvGrpSpPr>
        <p:grpSpPr>
          <a:xfrm>
            <a:off x="2733820" y="2113071"/>
            <a:ext cx="1975086" cy="1415591"/>
            <a:chOff x="1364451" y="4314862"/>
            <a:chExt cx="1975086" cy="1415591"/>
          </a:xfrm>
        </p:grpSpPr>
        <p:sp>
          <p:nvSpPr>
            <p:cNvPr id="45" name="TextBox 44">
              <a:extLst>
                <a:ext uri="{FF2B5EF4-FFF2-40B4-BE49-F238E27FC236}">
                  <a16:creationId xmlns:a16="http://schemas.microsoft.com/office/drawing/2014/main" id="{E2DC370D-87B7-3F70-0E24-5C4605DF8267}"/>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2</a:t>
              </a:r>
              <a:r>
                <a:rPr kumimoji="0" lang="en-US" sz="1400" b="0" i="0" u="none" strike="noStrike" kern="1200" cap="none" spc="0" normalizeH="0" baseline="30000" noProof="0" dirty="0">
                  <a:ln>
                    <a:noFill/>
                  </a:ln>
                  <a:solidFill>
                    <a:schemeClr val="bg1"/>
                  </a:solidFill>
                  <a:effectLst/>
                  <a:uLnTx/>
                  <a:uFillTx/>
                  <a:latin typeface="Segoe UI Semibold"/>
                  <a:ea typeface="+mn-ea"/>
                  <a:cs typeface="Segoe UI" panose="020B0502040204020203" pitchFamily="34" charset="0"/>
                </a:rPr>
                <a:t>nd</a:t>
              </a: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 Milestone</a:t>
              </a:r>
            </a:p>
          </p:txBody>
        </p:sp>
        <p:sp>
          <p:nvSpPr>
            <p:cNvPr id="46" name="TextBox 45">
              <a:extLst>
                <a:ext uri="{FF2B5EF4-FFF2-40B4-BE49-F238E27FC236}">
                  <a16:creationId xmlns:a16="http://schemas.microsoft.com/office/drawing/2014/main" id="{E4B13081-4844-B583-7504-7EFC497DF724}"/>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47" name="Group 46">
            <a:extLst>
              <a:ext uri="{FF2B5EF4-FFF2-40B4-BE49-F238E27FC236}">
                <a16:creationId xmlns:a16="http://schemas.microsoft.com/office/drawing/2014/main" id="{CDB62F23-D796-EDDE-D767-0F74F4D43603}"/>
              </a:ext>
            </a:extLst>
          </p:cNvPr>
          <p:cNvGrpSpPr/>
          <p:nvPr/>
        </p:nvGrpSpPr>
        <p:grpSpPr>
          <a:xfrm>
            <a:off x="4105698" y="4253380"/>
            <a:ext cx="1975086" cy="1415591"/>
            <a:chOff x="1364451" y="4314862"/>
            <a:chExt cx="1975086" cy="1415591"/>
          </a:xfrm>
        </p:grpSpPr>
        <p:sp>
          <p:nvSpPr>
            <p:cNvPr id="48" name="TextBox 47">
              <a:extLst>
                <a:ext uri="{FF2B5EF4-FFF2-40B4-BE49-F238E27FC236}">
                  <a16:creationId xmlns:a16="http://schemas.microsoft.com/office/drawing/2014/main" id="{84D536CC-43CB-9917-4D55-272AFF8A1B59}"/>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3</a:t>
              </a:r>
              <a:r>
                <a:rPr kumimoji="0" lang="en-US" sz="1400" b="0" i="0" u="none" strike="noStrike" kern="1200" cap="none" spc="0" normalizeH="0" baseline="30000" noProof="0" dirty="0">
                  <a:ln>
                    <a:noFill/>
                  </a:ln>
                  <a:solidFill>
                    <a:schemeClr val="bg1"/>
                  </a:solidFill>
                  <a:effectLst/>
                  <a:uLnTx/>
                  <a:uFillTx/>
                  <a:latin typeface="Segoe UI Semibold"/>
                  <a:ea typeface="+mn-ea"/>
                  <a:cs typeface="Segoe UI" panose="020B0502040204020203" pitchFamily="34" charset="0"/>
                </a:rPr>
                <a:t>rd</a:t>
              </a: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 Milestone</a:t>
              </a:r>
            </a:p>
          </p:txBody>
        </p:sp>
        <p:sp>
          <p:nvSpPr>
            <p:cNvPr id="49" name="TextBox 48">
              <a:extLst>
                <a:ext uri="{FF2B5EF4-FFF2-40B4-BE49-F238E27FC236}">
                  <a16:creationId xmlns:a16="http://schemas.microsoft.com/office/drawing/2014/main" id="{EAA75103-D4FF-7437-D01E-84558B02F317}"/>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50" name="Group 49">
            <a:extLst>
              <a:ext uri="{FF2B5EF4-FFF2-40B4-BE49-F238E27FC236}">
                <a16:creationId xmlns:a16="http://schemas.microsoft.com/office/drawing/2014/main" id="{81952522-E009-A68A-5C21-99F7B3A519BB}"/>
              </a:ext>
            </a:extLst>
          </p:cNvPr>
          <p:cNvGrpSpPr/>
          <p:nvPr/>
        </p:nvGrpSpPr>
        <p:grpSpPr>
          <a:xfrm>
            <a:off x="5473217" y="2113071"/>
            <a:ext cx="1975086" cy="1415591"/>
            <a:chOff x="1364451" y="4314862"/>
            <a:chExt cx="1975086" cy="1415591"/>
          </a:xfrm>
        </p:grpSpPr>
        <p:sp>
          <p:nvSpPr>
            <p:cNvPr id="51" name="TextBox 50">
              <a:extLst>
                <a:ext uri="{FF2B5EF4-FFF2-40B4-BE49-F238E27FC236}">
                  <a16:creationId xmlns:a16="http://schemas.microsoft.com/office/drawing/2014/main" id="{C9453CD3-31D6-38D4-0309-FAB874440CF9}"/>
                </a:ext>
              </a:extLst>
            </p:cNvPr>
            <p:cNvSpPr txBox="1"/>
            <p:nvPr/>
          </p:nvSpPr>
          <p:spPr>
            <a:xfrm>
              <a:off x="1481755" y="4314862"/>
              <a:ext cx="174047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4</a:t>
              </a:r>
              <a:r>
                <a:rPr kumimoji="0" lang="en-US" sz="1600" b="0" i="0" u="none" strike="noStrike" kern="1200" cap="none" spc="0" normalizeH="0" baseline="30000" noProof="0" dirty="0">
                  <a:ln>
                    <a:noFill/>
                  </a:ln>
                  <a:solidFill>
                    <a:schemeClr val="bg1"/>
                  </a:solidFill>
                  <a:effectLst/>
                  <a:uLnTx/>
                  <a:uFillTx/>
                  <a:latin typeface="Segoe UI Semibold"/>
                  <a:ea typeface="+mn-ea"/>
                  <a:cs typeface="Segoe UI" panose="020B0502040204020203" pitchFamily="34" charset="0"/>
                </a:rPr>
                <a:t>th</a:t>
              </a:r>
              <a:r>
                <a:rPr kumimoji="0" lang="en-US" sz="16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 Milestone</a:t>
              </a:r>
            </a:p>
          </p:txBody>
        </p:sp>
        <p:sp>
          <p:nvSpPr>
            <p:cNvPr id="52" name="TextBox 51">
              <a:extLst>
                <a:ext uri="{FF2B5EF4-FFF2-40B4-BE49-F238E27FC236}">
                  <a16:creationId xmlns:a16="http://schemas.microsoft.com/office/drawing/2014/main" id="{FC7F2E38-5826-F003-BA58-8990E990BD6C}"/>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53" name="Group 52">
            <a:extLst>
              <a:ext uri="{FF2B5EF4-FFF2-40B4-BE49-F238E27FC236}">
                <a16:creationId xmlns:a16="http://schemas.microsoft.com/office/drawing/2014/main" id="{2B3CE4E3-518C-5303-143D-648886D2668B}"/>
              </a:ext>
            </a:extLst>
          </p:cNvPr>
          <p:cNvGrpSpPr/>
          <p:nvPr/>
        </p:nvGrpSpPr>
        <p:grpSpPr>
          <a:xfrm>
            <a:off x="6846945" y="4253380"/>
            <a:ext cx="1975086" cy="1415591"/>
            <a:chOff x="1364451" y="4314862"/>
            <a:chExt cx="1975086" cy="1415591"/>
          </a:xfrm>
        </p:grpSpPr>
        <p:sp>
          <p:nvSpPr>
            <p:cNvPr id="54" name="TextBox 53">
              <a:extLst>
                <a:ext uri="{FF2B5EF4-FFF2-40B4-BE49-F238E27FC236}">
                  <a16:creationId xmlns:a16="http://schemas.microsoft.com/office/drawing/2014/main" id="{C8913562-2043-C11D-205E-02DABCAFF104}"/>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5</a:t>
              </a:r>
              <a:r>
                <a:rPr kumimoji="0" lang="en-US" sz="1400" b="0" i="0" u="none" strike="noStrike" kern="1200" cap="none" spc="0" normalizeH="0" baseline="30000" noProof="0" dirty="0">
                  <a:ln>
                    <a:noFill/>
                  </a:ln>
                  <a:solidFill>
                    <a:schemeClr val="bg1"/>
                  </a:solidFill>
                  <a:effectLst/>
                  <a:uLnTx/>
                  <a:uFillTx/>
                  <a:latin typeface="Segoe UI Semibold"/>
                  <a:ea typeface="+mn-ea"/>
                  <a:cs typeface="Segoe UI" panose="020B0502040204020203" pitchFamily="34" charset="0"/>
                </a:rPr>
                <a:t>th</a:t>
              </a: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 Milestone</a:t>
              </a:r>
            </a:p>
          </p:txBody>
        </p:sp>
        <p:sp>
          <p:nvSpPr>
            <p:cNvPr id="55" name="TextBox 54">
              <a:extLst>
                <a:ext uri="{FF2B5EF4-FFF2-40B4-BE49-F238E27FC236}">
                  <a16:creationId xmlns:a16="http://schemas.microsoft.com/office/drawing/2014/main" id="{62447ACA-F28C-DC89-C1E1-66D10948E14F}"/>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grpSp>
        <p:nvGrpSpPr>
          <p:cNvPr id="56" name="Group 55">
            <a:extLst>
              <a:ext uri="{FF2B5EF4-FFF2-40B4-BE49-F238E27FC236}">
                <a16:creationId xmlns:a16="http://schemas.microsoft.com/office/drawing/2014/main" id="{FD736EB4-7F13-EBB6-D633-9BDDE9A1F6B3}"/>
              </a:ext>
            </a:extLst>
          </p:cNvPr>
          <p:cNvGrpSpPr/>
          <p:nvPr/>
        </p:nvGrpSpPr>
        <p:grpSpPr>
          <a:xfrm>
            <a:off x="8212613" y="2113071"/>
            <a:ext cx="1975086" cy="1415591"/>
            <a:chOff x="1364451" y="4314862"/>
            <a:chExt cx="1975086" cy="1415591"/>
          </a:xfrm>
        </p:grpSpPr>
        <p:sp>
          <p:nvSpPr>
            <p:cNvPr id="57" name="TextBox 56">
              <a:extLst>
                <a:ext uri="{FF2B5EF4-FFF2-40B4-BE49-F238E27FC236}">
                  <a16:creationId xmlns:a16="http://schemas.microsoft.com/office/drawing/2014/main" id="{F52EFE8E-D9B1-A31D-5388-7DE37F0411F0}"/>
                </a:ext>
              </a:extLst>
            </p:cNvPr>
            <p:cNvSpPr txBox="1"/>
            <p:nvPr/>
          </p:nvSpPr>
          <p:spPr>
            <a:xfrm>
              <a:off x="1481755" y="4314862"/>
              <a:ext cx="17404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6</a:t>
              </a:r>
              <a:r>
                <a:rPr kumimoji="0" lang="en-US" sz="1400" b="0" i="0" u="none" strike="noStrike" kern="1200" cap="none" spc="0" normalizeH="0" baseline="30000" noProof="0" dirty="0">
                  <a:ln>
                    <a:noFill/>
                  </a:ln>
                  <a:solidFill>
                    <a:schemeClr val="bg1"/>
                  </a:solidFill>
                  <a:effectLst/>
                  <a:uLnTx/>
                  <a:uFillTx/>
                  <a:latin typeface="Segoe UI Semibold"/>
                  <a:ea typeface="+mn-ea"/>
                  <a:cs typeface="Segoe UI" panose="020B0502040204020203" pitchFamily="34" charset="0"/>
                </a:rPr>
                <a:t>th</a:t>
              </a:r>
              <a:r>
                <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 Milestone</a:t>
              </a:r>
            </a:p>
          </p:txBody>
        </p:sp>
        <p:sp>
          <p:nvSpPr>
            <p:cNvPr id="58" name="TextBox 57">
              <a:extLst>
                <a:ext uri="{FF2B5EF4-FFF2-40B4-BE49-F238E27FC236}">
                  <a16:creationId xmlns:a16="http://schemas.microsoft.com/office/drawing/2014/main" id="{8B1AD274-A34E-53C9-7315-0B6B38399C0C}"/>
                </a:ext>
              </a:extLst>
            </p:cNvPr>
            <p:cNvSpPr txBox="1"/>
            <p:nvPr/>
          </p:nvSpPr>
          <p:spPr>
            <a:xfrm>
              <a:off x="1364451" y="4622457"/>
              <a:ext cx="197508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Lorem Ipsum is simply dummy text of the printing and typesetting industry. Lorem Ipsum has been the industry's standard dummy text ever since the 1500s</a:t>
              </a:r>
            </a:p>
          </p:txBody>
        </p:sp>
      </p:grpSp>
    </p:spTree>
    <p:extLst>
      <p:ext uri="{BB962C8B-B14F-4D97-AF65-F5344CB8AC3E}">
        <p14:creationId xmlns:p14="http://schemas.microsoft.com/office/powerpoint/2010/main" val="3116723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B8674-F340-F393-0F7C-3B6A3CE7A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5F6D3-C041-4E93-7A74-9D741BACE3A8}"/>
              </a:ext>
            </a:extLst>
          </p:cNvPr>
          <p:cNvSpPr>
            <a:spLocks noGrp="1"/>
          </p:cNvSpPr>
          <p:nvPr>
            <p:ph type="title"/>
          </p:nvPr>
        </p:nvSpPr>
        <p:spPr/>
        <p:txBody>
          <a:bodyPr/>
          <a:lstStyle/>
          <a:p>
            <a:r>
              <a:rPr lang="en-US" sz="4400" dirty="0">
                <a:solidFill>
                  <a:schemeClr val="accent1"/>
                </a:solidFill>
              </a:rPr>
              <a:t>CHART</a:t>
            </a:r>
            <a:r>
              <a:rPr lang="en-US" dirty="0"/>
              <a:t> </a:t>
            </a:r>
            <a:r>
              <a:rPr lang="en-US" sz="4400" dirty="0">
                <a:solidFill>
                  <a:schemeClr val="accent2"/>
                </a:solidFill>
              </a:rPr>
              <a:t>SLIDE</a:t>
            </a:r>
          </a:p>
        </p:txBody>
      </p:sp>
      <p:sp>
        <p:nvSpPr>
          <p:cNvPr id="3" name="Text Placeholder 2">
            <a:extLst>
              <a:ext uri="{FF2B5EF4-FFF2-40B4-BE49-F238E27FC236}">
                <a16:creationId xmlns:a16="http://schemas.microsoft.com/office/drawing/2014/main" id="{E27832C7-22F2-531B-BC0F-158F8B1886A1}"/>
              </a:ext>
            </a:extLst>
          </p:cNvPr>
          <p:cNvSpPr>
            <a:spLocks noGrp="1"/>
          </p:cNvSpPr>
          <p:nvPr>
            <p:ph type="body" sz="quarter" idx="13"/>
          </p:nvPr>
        </p:nvSpPr>
        <p:spPr>
          <a:xfrm>
            <a:off x="820035" y="1086329"/>
            <a:ext cx="10515600" cy="339060"/>
          </a:xfrm>
        </p:spPr>
        <p:txBody>
          <a:bodyPr/>
          <a:lstStyle/>
          <a:p>
            <a:r>
              <a:rPr lang="en-US" dirty="0"/>
              <a:t>Get to know us, we’re honest, dedicated and relentless</a:t>
            </a:r>
          </a:p>
          <a:p>
            <a:endParaRPr lang="en-US" dirty="0"/>
          </a:p>
          <a:p>
            <a:endParaRPr lang="en-US" dirty="0"/>
          </a:p>
        </p:txBody>
      </p:sp>
      <p:sp>
        <p:nvSpPr>
          <p:cNvPr id="4" name="Slide Number Placeholder 3">
            <a:extLst>
              <a:ext uri="{FF2B5EF4-FFF2-40B4-BE49-F238E27FC236}">
                <a16:creationId xmlns:a16="http://schemas.microsoft.com/office/drawing/2014/main" id="{7B596E46-A61C-DD55-3A14-CD5657427BC9}"/>
              </a:ext>
            </a:extLst>
          </p:cNvPr>
          <p:cNvSpPr>
            <a:spLocks noGrp="1"/>
          </p:cNvSpPr>
          <p:nvPr>
            <p:ph type="sldNum" sz="quarter" idx="14"/>
          </p:nvPr>
        </p:nvSpPr>
        <p:spPr>
          <a:xfrm>
            <a:off x="11608943" y="6435152"/>
            <a:ext cx="527558"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aphicFrame>
        <p:nvGraphicFramePr>
          <p:cNvPr id="10" name="Chart Placeholder 9">
            <a:extLst>
              <a:ext uri="{FF2B5EF4-FFF2-40B4-BE49-F238E27FC236}">
                <a16:creationId xmlns:a16="http://schemas.microsoft.com/office/drawing/2014/main" id="{1B9EFEF7-FD7C-8DA3-4ACA-11B631267520}"/>
              </a:ext>
            </a:extLst>
          </p:cNvPr>
          <p:cNvGraphicFramePr>
            <a:graphicFrameLocks noGrp="1"/>
          </p:cNvGraphicFramePr>
          <p:nvPr>
            <p:ph type="chart" sz="quarter" idx="15"/>
          </p:nvPr>
        </p:nvGraphicFramePr>
        <p:xfrm>
          <a:off x="838200" y="1733575"/>
          <a:ext cx="5360988" cy="4102075"/>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FF2B5EF4-FFF2-40B4-BE49-F238E27FC236}">
                <a16:creationId xmlns:a16="http://schemas.microsoft.com/office/drawing/2014/main" id="{321F8E2C-17AB-65F4-4923-75240943A47B}"/>
              </a:ext>
            </a:extLst>
          </p:cNvPr>
          <p:cNvCxnSpPr/>
          <p:nvPr/>
        </p:nvCxnSpPr>
        <p:spPr>
          <a:xfrm flipH="1">
            <a:off x="3376893" y="125177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86B3D54-A8B2-FB23-872C-D6222DBE8CC3}"/>
              </a:ext>
            </a:extLst>
          </p:cNvPr>
          <p:cNvCxnSpPr/>
          <p:nvPr/>
        </p:nvCxnSpPr>
        <p:spPr>
          <a:xfrm flipH="1">
            <a:off x="8395933" y="125177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FB9AD7D9-FA45-F0E9-DEF0-6B3C26CE4DE0}"/>
              </a:ext>
            </a:extLst>
          </p:cNvPr>
          <p:cNvGrpSpPr/>
          <p:nvPr/>
        </p:nvGrpSpPr>
        <p:grpSpPr>
          <a:xfrm>
            <a:off x="7088806" y="2219420"/>
            <a:ext cx="3934793" cy="984885"/>
            <a:chOff x="7241206" y="2219420"/>
            <a:chExt cx="3934793" cy="984885"/>
          </a:xfrm>
        </p:grpSpPr>
        <p:sp>
          <p:nvSpPr>
            <p:cNvPr id="11" name="TextBox 10">
              <a:extLst>
                <a:ext uri="{FF2B5EF4-FFF2-40B4-BE49-F238E27FC236}">
                  <a16:creationId xmlns:a16="http://schemas.microsoft.com/office/drawing/2014/main" id="{68D285A7-6DC1-B7B2-0B68-A1A0C737B9F7}"/>
                </a:ext>
              </a:extLst>
            </p:cNvPr>
            <p:cNvSpPr txBox="1"/>
            <p:nvPr/>
          </p:nvSpPr>
          <p:spPr>
            <a:xfrm>
              <a:off x="7241207" y="2219420"/>
              <a:ext cx="28224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1</a:t>
              </a:r>
              <a:r>
                <a:rPr kumimoji="0" lang="en-US" sz="1600" b="0" i="0" u="none" strike="noStrike" kern="1200" cap="none" spc="0" normalizeH="0" baseline="30000" noProof="0" dirty="0">
                  <a:ln>
                    <a:noFill/>
                  </a:ln>
                  <a:solidFill>
                    <a:prstClr val="black"/>
                  </a:solidFill>
                  <a:effectLst/>
                  <a:uLnTx/>
                  <a:uFillTx/>
                  <a:latin typeface="Segoe UI Semibold"/>
                  <a:ea typeface="+mn-ea"/>
                  <a:cs typeface="+mn-cs"/>
                </a:rPr>
                <a:t>st</a:t>
              </a: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 Series</a:t>
              </a:r>
            </a:p>
          </p:txBody>
        </p:sp>
        <p:sp>
          <p:nvSpPr>
            <p:cNvPr id="12" name="TextBox 11">
              <a:extLst>
                <a:ext uri="{FF2B5EF4-FFF2-40B4-BE49-F238E27FC236}">
                  <a16:creationId xmlns:a16="http://schemas.microsoft.com/office/drawing/2014/main" id="{E4F75BC4-24FC-877B-F1BC-FF30D569B3C8}"/>
                </a:ext>
              </a:extLst>
            </p:cNvPr>
            <p:cNvSpPr txBox="1"/>
            <p:nvPr/>
          </p:nvSpPr>
          <p:spPr>
            <a:xfrm>
              <a:off x="7241206" y="2557974"/>
              <a:ext cx="39347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nvGrpSpPr>
          <p:cNvPr id="17" name="Group 16">
            <a:extLst>
              <a:ext uri="{FF2B5EF4-FFF2-40B4-BE49-F238E27FC236}">
                <a16:creationId xmlns:a16="http://schemas.microsoft.com/office/drawing/2014/main" id="{30917A9C-8E4C-5085-93F4-CE68A2BD1CD8}"/>
              </a:ext>
            </a:extLst>
          </p:cNvPr>
          <p:cNvGrpSpPr/>
          <p:nvPr/>
        </p:nvGrpSpPr>
        <p:grpSpPr>
          <a:xfrm>
            <a:off x="7088806" y="3448672"/>
            <a:ext cx="3934793" cy="984885"/>
            <a:chOff x="7241206" y="3352005"/>
            <a:chExt cx="3934793" cy="984885"/>
          </a:xfrm>
        </p:grpSpPr>
        <p:sp>
          <p:nvSpPr>
            <p:cNvPr id="13" name="TextBox 12">
              <a:extLst>
                <a:ext uri="{FF2B5EF4-FFF2-40B4-BE49-F238E27FC236}">
                  <a16:creationId xmlns:a16="http://schemas.microsoft.com/office/drawing/2014/main" id="{B50CBA8F-844E-B6A1-619A-2F7A05C94D05}"/>
                </a:ext>
              </a:extLst>
            </p:cNvPr>
            <p:cNvSpPr txBox="1"/>
            <p:nvPr/>
          </p:nvSpPr>
          <p:spPr>
            <a:xfrm>
              <a:off x="7241207" y="3352005"/>
              <a:ext cx="28224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2</a:t>
              </a:r>
              <a:r>
                <a:rPr kumimoji="0" lang="en-US" sz="1600" b="0" i="0" u="none" strike="noStrike" kern="1200" cap="none" spc="0" normalizeH="0" baseline="30000" noProof="0" dirty="0">
                  <a:ln>
                    <a:noFill/>
                  </a:ln>
                  <a:solidFill>
                    <a:prstClr val="black"/>
                  </a:solidFill>
                  <a:effectLst/>
                  <a:uLnTx/>
                  <a:uFillTx/>
                  <a:latin typeface="Segoe UI Semibold"/>
                  <a:ea typeface="+mn-ea"/>
                  <a:cs typeface="+mn-cs"/>
                </a:rPr>
                <a:t>nd</a:t>
              </a: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 Series</a:t>
              </a:r>
            </a:p>
          </p:txBody>
        </p:sp>
        <p:sp>
          <p:nvSpPr>
            <p:cNvPr id="14" name="TextBox 13">
              <a:extLst>
                <a:ext uri="{FF2B5EF4-FFF2-40B4-BE49-F238E27FC236}">
                  <a16:creationId xmlns:a16="http://schemas.microsoft.com/office/drawing/2014/main" id="{C5DC431F-B6AA-FE1E-0DFA-8407238DEB4F}"/>
                </a:ext>
              </a:extLst>
            </p:cNvPr>
            <p:cNvSpPr txBox="1"/>
            <p:nvPr/>
          </p:nvSpPr>
          <p:spPr>
            <a:xfrm>
              <a:off x="7241206" y="3690559"/>
              <a:ext cx="39347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nvGrpSpPr>
          <p:cNvPr id="19" name="Group 18">
            <a:extLst>
              <a:ext uri="{FF2B5EF4-FFF2-40B4-BE49-F238E27FC236}">
                <a16:creationId xmlns:a16="http://schemas.microsoft.com/office/drawing/2014/main" id="{9E721992-3EC0-C8A0-56C4-807FECC98E06}"/>
              </a:ext>
            </a:extLst>
          </p:cNvPr>
          <p:cNvGrpSpPr/>
          <p:nvPr/>
        </p:nvGrpSpPr>
        <p:grpSpPr>
          <a:xfrm>
            <a:off x="7088806" y="4677923"/>
            <a:ext cx="3934793" cy="984885"/>
            <a:chOff x="7241206" y="4677923"/>
            <a:chExt cx="3934793" cy="984885"/>
          </a:xfrm>
        </p:grpSpPr>
        <p:sp>
          <p:nvSpPr>
            <p:cNvPr id="15" name="TextBox 14">
              <a:extLst>
                <a:ext uri="{FF2B5EF4-FFF2-40B4-BE49-F238E27FC236}">
                  <a16:creationId xmlns:a16="http://schemas.microsoft.com/office/drawing/2014/main" id="{8BF7928D-39AC-9A74-6FB4-B288949FB462}"/>
                </a:ext>
              </a:extLst>
            </p:cNvPr>
            <p:cNvSpPr txBox="1"/>
            <p:nvPr/>
          </p:nvSpPr>
          <p:spPr>
            <a:xfrm>
              <a:off x="7241207" y="4677923"/>
              <a:ext cx="28224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3</a:t>
              </a:r>
              <a:r>
                <a:rPr kumimoji="0" lang="en-US" sz="1600" b="0" i="0" u="none" strike="noStrike" kern="1200" cap="none" spc="0" normalizeH="0" baseline="30000" noProof="0" dirty="0">
                  <a:ln>
                    <a:noFill/>
                  </a:ln>
                  <a:solidFill>
                    <a:prstClr val="black"/>
                  </a:solidFill>
                  <a:effectLst/>
                  <a:uLnTx/>
                  <a:uFillTx/>
                  <a:latin typeface="Segoe UI Semibold"/>
                  <a:ea typeface="+mn-ea"/>
                  <a:cs typeface="+mn-cs"/>
                </a:rPr>
                <a:t>rd</a:t>
              </a:r>
              <a:r>
                <a:rPr kumimoji="0" lang="en-US" sz="1600" b="0" i="0" u="none" strike="noStrike" kern="1200" cap="none" spc="0" normalizeH="0" baseline="0" noProof="0" dirty="0">
                  <a:ln>
                    <a:noFill/>
                  </a:ln>
                  <a:solidFill>
                    <a:prstClr val="black"/>
                  </a:solidFill>
                  <a:effectLst/>
                  <a:uLnTx/>
                  <a:uFillTx/>
                  <a:latin typeface="Segoe UI Semibold"/>
                  <a:ea typeface="+mn-ea"/>
                  <a:cs typeface="+mn-cs"/>
                </a:rPr>
                <a:t> Series</a:t>
              </a:r>
            </a:p>
          </p:txBody>
        </p:sp>
        <p:sp>
          <p:nvSpPr>
            <p:cNvPr id="16" name="TextBox 15">
              <a:extLst>
                <a:ext uri="{FF2B5EF4-FFF2-40B4-BE49-F238E27FC236}">
                  <a16:creationId xmlns:a16="http://schemas.microsoft.com/office/drawing/2014/main" id="{DB4B7B1E-629F-BDB3-1C33-C3DBB9BF29DB}"/>
                </a:ext>
              </a:extLst>
            </p:cNvPr>
            <p:cNvSpPr txBox="1"/>
            <p:nvPr/>
          </p:nvSpPr>
          <p:spPr>
            <a:xfrm>
              <a:off x="7241206" y="5016477"/>
              <a:ext cx="39347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cxnSp>
        <p:nvCxnSpPr>
          <p:cNvPr id="21" name="Straight Connector 20">
            <a:extLst>
              <a:ext uri="{FF2B5EF4-FFF2-40B4-BE49-F238E27FC236}">
                <a16:creationId xmlns:a16="http://schemas.microsoft.com/office/drawing/2014/main" id="{6E7E6BF6-F659-ABFC-4979-77CD38ABEC0D}"/>
              </a:ext>
            </a:extLst>
          </p:cNvPr>
          <p:cNvCxnSpPr/>
          <p:nvPr/>
        </p:nvCxnSpPr>
        <p:spPr>
          <a:xfrm>
            <a:off x="6949440" y="2367280"/>
            <a:ext cx="0" cy="690880"/>
          </a:xfrm>
          <a:prstGeom prst="line">
            <a:avLst/>
          </a:prstGeom>
          <a:ln w="28575">
            <a:solidFill>
              <a:srgbClr val="24385E"/>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B1F3ABB-0DCC-8A72-E088-BC7383CB5FF3}"/>
              </a:ext>
            </a:extLst>
          </p:cNvPr>
          <p:cNvCxnSpPr/>
          <p:nvPr/>
        </p:nvCxnSpPr>
        <p:spPr>
          <a:xfrm>
            <a:off x="6929120" y="3576320"/>
            <a:ext cx="0" cy="690880"/>
          </a:xfrm>
          <a:prstGeom prst="line">
            <a:avLst/>
          </a:prstGeom>
          <a:ln w="28575">
            <a:solidFill>
              <a:srgbClr val="005DF9"/>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A2132A-54AC-FDAE-DBB5-68BCBDB21A3D}"/>
              </a:ext>
            </a:extLst>
          </p:cNvPr>
          <p:cNvCxnSpPr/>
          <p:nvPr/>
        </p:nvCxnSpPr>
        <p:spPr>
          <a:xfrm>
            <a:off x="6949440" y="4785360"/>
            <a:ext cx="0" cy="690880"/>
          </a:xfrm>
          <a:prstGeom prst="line">
            <a:avLst/>
          </a:prstGeom>
          <a:ln w="28575">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134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41F6CF-706C-1859-CD53-6D261EBE4CBA}"/>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Title 1">
            <a:extLst>
              <a:ext uri="{FF2B5EF4-FFF2-40B4-BE49-F238E27FC236}">
                <a16:creationId xmlns:a16="http://schemas.microsoft.com/office/drawing/2014/main" id="{D6146208-5725-5DA7-E4EF-12C505924A50}"/>
              </a:ext>
            </a:extLst>
          </p:cNvPr>
          <p:cNvSpPr>
            <a:spLocks noGrp="1"/>
          </p:cNvSpPr>
          <p:nvPr>
            <p:ph type="title"/>
          </p:nvPr>
        </p:nvSpPr>
        <p:spPr>
          <a:xfrm>
            <a:off x="838200" y="449969"/>
            <a:ext cx="10515600" cy="647246"/>
          </a:xfrm>
        </p:spPr>
        <p:txBody>
          <a:bodyPr/>
          <a:lstStyle/>
          <a:p>
            <a:r>
              <a:rPr lang="en-US" sz="4400" dirty="0">
                <a:solidFill>
                  <a:srgbClr val="F2C810"/>
                </a:solidFill>
              </a:rPr>
              <a:t>CHART</a:t>
            </a:r>
            <a:r>
              <a:rPr lang="en-US" dirty="0">
                <a:solidFill>
                  <a:srgbClr val="F2C810"/>
                </a:solidFill>
              </a:rPr>
              <a:t> </a:t>
            </a:r>
            <a:r>
              <a:rPr lang="en-US" sz="4400" dirty="0"/>
              <a:t>SLIDE</a:t>
            </a:r>
          </a:p>
        </p:txBody>
      </p:sp>
      <p:sp>
        <p:nvSpPr>
          <p:cNvPr id="6" name="Text Placeholder 2">
            <a:extLst>
              <a:ext uri="{FF2B5EF4-FFF2-40B4-BE49-F238E27FC236}">
                <a16:creationId xmlns:a16="http://schemas.microsoft.com/office/drawing/2014/main" id="{8849CF02-092E-1801-1DEE-A28E297B137B}"/>
              </a:ext>
            </a:extLst>
          </p:cNvPr>
          <p:cNvSpPr>
            <a:spLocks noGrp="1"/>
          </p:cNvSpPr>
          <p:nvPr>
            <p:ph type="body" sz="quarter" idx="13"/>
          </p:nvPr>
        </p:nvSpPr>
        <p:spPr>
          <a:xfrm>
            <a:off x="820035" y="1086329"/>
            <a:ext cx="10515600" cy="339060"/>
          </a:xfrm>
        </p:spPr>
        <p:txBody>
          <a:bodyPr/>
          <a:lstStyle/>
          <a:p>
            <a:r>
              <a:rPr lang="en-US" dirty="0"/>
              <a:t>Get to know us, we’re honest, dedicated and relentless</a:t>
            </a:r>
          </a:p>
          <a:p>
            <a:endParaRPr lang="en-US" dirty="0"/>
          </a:p>
          <a:p>
            <a:endParaRPr lang="en-US" dirty="0"/>
          </a:p>
        </p:txBody>
      </p:sp>
      <p:graphicFrame>
        <p:nvGraphicFramePr>
          <p:cNvPr id="7" name="Chart Placeholder 9">
            <a:extLst>
              <a:ext uri="{FF2B5EF4-FFF2-40B4-BE49-F238E27FC236}">
                <a16:creationId xmlns:a16="http://schemas.microsoft.com/office/drawing/2014/main" id="{8C67D5F8-6F27-A2AE-14F1-6D75E5D35DE0}"/>
              </a:ext>
            </a:extLst>
          </p:cNvPr>
          <p:cNvGraphicFramePr>
            <a:graphicFrameLocks/>
          </p:cNvGraphicFramePr>
          <p:nvPr>
            <p:extLst>
              <p:ext uri="{D42A27DB-BD31-4B8C-83A1-F6EECF244321}">
                <p14:modId xmlns:p14="http://schemas.microsoft.com/office/powerpoint/2010/main" val="1525578851"/>
              </p:ext>
            </p:extLst>
          </p:nvPr>
        </p:nvGraphicFramePr>
        <p:xfrm>
          <a:off x="838200" y="1733575"/>
          <a:ext cx="5360988" cy="4102075"/>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Straight Connector 7">
            <a:extLst>
              <a:ext uri="{FF2B5EF4-FFF2-40B4-BE49-F238E27FC236}">
                <a16:creationId xmlns:a16="http://schemas.microsoft.com/office/drawing/2014/main" id="{05884EDB-59B2-7001-CBDD-9B7A5F762B96}"/>
              </a:ext>
            </a:extLst>
          </p:cNvPr>
          <p:cNvCxnSpPr/>
          <p:nvPr/>
        </p:nvCxnSpPr>
        <p:spPr>
          <a:xfrm flipH="1">
            <a:off x="3376893" y="1251779"/>
            <a:ext cx="369337"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9" name="Straight Connector 8">
            <a:extLst>
              <a:ext uri="{FF2B5EF4-FFF2-40B4-BE49-F238E27FC236}">
                <a16:creationId xmlns:a16="http://schemas.microsoft.com/office/drawing/2014/main" id="{97F87ADC-5D66-C7A9-7437-E4143B34185A}"/>
              </a:ext>
            </a:extLst>
          </p:cNvPr>
          <p:cNvCxnSpPr/>
          <p:nvPr/>
        </p:nvCxnSpPr>
        <p:spPr>
          <a:xfrm flipH="1">
            <a:off x="8395933" y="1251779"/>
            <a:ext cx="369337" cy="0"/>
          </a:xfrm>
          <a:prstGeom prst="line">
            <a:avLst/>
          </a:prstGeom>
          <a:ln/>
        </p:spPr>
        <p:style>
          <a:lnRef idx="3">
            <a:schemeClr val="accent5"/>
          </a:lnRef>
          <a:fillRef idx="0">
            <a:schemeClr val="accent5"/>
          </a:fillRef>
          <a:effectRef idx="2">
            <a:schemeClr val="accent5"/>
          </a:effectRef>
          <a:fontRef idx="minor">
            <a:schemeClr val="tx1"/>
          </a:fontRef>
        </p:style>
      </p:cxnSp>
      <p:grpSp>
        <p:nvGrpSpPr>
          <p:cNvPr id="10" name="Group 9">
            <a:extLst>
              <a:ext uri="{FF2B5EF4-FFF2-40B4-BE49-F238E27FC236}">
                <a16:creationId xmlns:a16="http://schemas.microsoft.com/office/drawing/2014/main" id="{E2CC4199-0972-C851-8A91-0C9D93DD3175}"/>
              </a:ext>
            </a:extLst>
          </p:cNvPr>
          <p:cNvGrpSpPr/>
          <p:nvPr/>
        </p:nvGrpSpPr>
        <p:grpSpPr>
          <a:xfrm>
            <a:off x="7088806" y="2219420"/>
            <a:ext cx="3934793" cy="984885"/>
            <a:chOff x="7241206" y="2219420"/>
            <a:chExt cx="3934793" cy="984885"/>
          </a:xfrm>
        </p:grpSpPr>
        <p:sp>
          <p:nvSpPr>
            <p:cNvPr id="11" name="TextBox 10">
              <a:extLst>
                <a:ext uri="{FF2B5EF4-FFF2-40B4-BE49-F238E27FC236}">
                  <a16:creationId xmlns:a16="http://schemas.microsoft.com/office/drawing/2014/main" id="{0263824C-E1E5-8AF5-D71E-622A63059071}"/>
                </a:ext>
              </a:extLst>
            </p:cNvPr>
            <p:cNvSpPr txBox="1"/>
            <p:nvPr/>
          </p:nvSpPr>
          <p:spPr>
            <a:xfrm>
              <a:off x="7241207" y="2219420"/>
              <a:ext cx="28224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1</a:t>
              </a:r>
              <a:r>
                <a:rPr kumimoji="0" lang="en-US" sz="1600" b="0" i="0" u="none" strike="noStrike" kern="1200" cap="none" spc="0" normalizeH="0" baseline="30000" noProof="0" dirty="0">
                  <a:ln>
                    <a:noFill/>
                  </a:ln>
                  <a:solidFill>
                    <a:schemeClr val="bg1"/>
                  </a:solidFill>
                  <a:effectLst/>
                  <a:uLnTx/>
                  <a:uFillTx/>
                  <a:latin typeface="Segoe UI Semibold"/>
                  <a:ea typeface="+mn-ea"/>
                  <a:cs typeface="+mn-cs"/>
                </a:rPr>
                <a:t>st</a:t>
              </a: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 Series</a:t>
              </a:r>
            </a:p>
          </p:txBody>
        </p:sp>
        <p:sp>
          <p:nvSpPr>
            <p:cNvPr id="12" name="TextBox 11">
              <a:extLst>
                <a:ext uri="{FF2B5EF4-FFF2-40B4-BE49-F238E27FC236}">
                  <a16:creationId xmlns:a16="http://schemas.microsoft.com/office/drawing/2014/main" id="{44C5814D-E612-8D0B-2D77-45E45C800C4D}"/>
                </a:ext>
              </a:extLst>
            </p:cNvPr>
            <p:cNvSpPr txBox="1"/>
            <p:nvPr/>
          </p:nvSpPr>
          <p:spPr>
            <a:xfrm>
              <a:off x="7241206" y="2557974"/>
              <a:ext cx="39347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nvGrpSpPr>
          <p:cNvPr id="13" name="Group 12">
            <a:extLst>
              <a:ext uri="{FF2B5EF4-FFF2-40B4-BE49-F238E27FC236}">
                <a16:creationId xmlns:a16="http://schemas.microsoft.com/office/drawing/2014/main" id="{82B6AC01-5009-DE24-612D-7B758C7B688A}"/>
              </a:ext>
            </a:extLst>
          </p:cNvPr>
          <p:cNvGrpSpPr/>
          <p:nvPr/>
        </p:nvGrpSpPr>
        <p:grpSpPr>
          <a:xfrm>
            <a:off x="7088806" y="3448672"/>
            <a:ext cx="3934793" cy="984885"/>
            <a:chOff x="7241206" y="3352005"/>
            <a:chExt cx="3934793" cy="984885"/>
          </a:xfrm>
        </p:grpSpPr>
        <p:sp>
          <p:nvSpPr>
            <p:cNvPr id="14" name="TextBox 13">
              <a:extLst>
                <a:ext uri="{FF2B5EF4-FFF2-40B4-BE49-F238E27FC236}">
                  <a16:creationId xmlns:a16="http://schemas.microsoft.com/office/drawing/2014/main" id="{A16944A2-1AC4-F7D9-54DE-4964438151FF}"/>
                </a:ext>
              </a:extLst>
            </p:cNvPr>
            <p:cNvSpPr txBox="1"/>
            <p:nvPr/>
          </p:nvSpPr>
          <p:spPr>
            <a:xfrm>
              <a:off x="7241207" y="3352005"/>
              <a:ext cx="28224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2</a:t>
              </a:r>
              <a:r>
                <a:rPr kumimoji="0" lang="en-US" sz="1600" b="0" i="0" u="none" strike="noStrike" kern="1200" cap="none" spc="0" normalizeH="0" baseline="30000" noProof="0" dirty="0">
                  <a:ln>
                    <a:noFill/>
                  </a:ln>
                  <a:solidFill>
                    <a:schemeClr val="bg1"/>
                  </a:solidFill>
                  <a:effectLst/>
                  <a:uLnTx/>
                  <a:uFillTx/>
                  <a:latin typeface="Segoe UI Semibold"/>
                  <a:ea typeface="+mn-ea"/>
                  <a:cs typeface="+mn-cs"/>
                </a:rPr>
                <a:t>nd</a:t>
              </a: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 Series</a:t>
              </a:r>
            </a:p>
          </p:txBody>
        </p:sp>
        <p:sp>
          <p:nvSpPr>
            <p:cNvPr id="15" name="TextBox 14">
              <a:extLst>
                <a:ext uri="{FF2B5EF4-FFF2-40B4-BE49-F238E27FC236}">
                  <a16:creationId xmlns:a16="http://schemas.microsoft.com/office/drawing/2014/main" id="{6B7CE86D-6D7D-B430-7192-A322337D71D3}"/>
                </a:ext>
              </a:extLst>
            </p:cNvPr>
            <p:cNvSpPr txBox="1"/>
            <p:nvPr/>
          </p:nvSpPr>
          <p:spPr>
            <a:xfrm>
              <a:off x="7241206" y="3690559"/>
              <a:ext cx="39347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grpSp>
        <p:nvGrpSpPr>
          <p:cNvPr id="16" name="Group 15">
            <a:extLst>
              <a:ext uri="{FF2B5EF4-FFF2-40B4-BE49-F238E27FC236}">
                <a16:creationId xmlns:a16="http://schemas.microsoft.com/office/drawing/2014/main" id="{730926C8-3162-20B0-A5C1-B77AAA2DED92}"/>
              </a:ext>
            </a:extLst>
          </p:cNvPr>
          <p:cNvGrpSpPr/>
          <p:nvPr/>
        </p:nvGrpSpPr>
        <p:grpSpPr>
          <a:xfrm>
            <a:off x="7088806" y="4677923"/>
            <a:ext cx="3934793" cy="984885"/>
            <a:chOff x="7241206" y="4677923"/>
            <a:chExt cx="3934793" cy="984885"/>
          </a:xfrm>
        </p:grpSpPr>
        <p:sp>
          <p:nvSpPr>
            <p:cNvPr id="17" name="TextBox 16">
              <a:extLst>
                <a:ext uri="{FF2B5EF4-FFF2-40B4-BE49-F238E27FC236}">
                  <a16:creationId xmlns:a16="http://schemas.microsoft.com/office/drawing/2014/main" id="{D358D516-0725-F56F-D3AC-0EB748D72D29}"/>
                </a:ext>
              </a:extLst>
            </p:cNvPr>
            <p:cNvSpPr txBox="1"/>
            <p:nvPr/>
          </p:nvSpPr>
          <p:spPr>
            <a:xfrm>
              <a:off x="7241207" y="4677923"/>
              <a:ext cx="28224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3</a:t>
              </a:r>
              <a:r>
                <a:rPr kumimoji="0" lang="en-US" sz="1600" b="0" i="0" u="none" strike="noStrike" kern="1200" cap="none" spc="0" normalizeH="0" baseline="30000" noProof="0" dirty="0">
                  <a:ln>
                    <a:noFill/>
                  </a:ln>
                  <a:solidFill>
                    <a:schemeClr val="bg1"/>
                  </a:solidFill>
                  <a:effectLst/>
                  <a:uLnTx/>
                  <a:uFillTx/>
                  <a:latin typeface="Segoe UI Semibold"/>
                  <a:ea typeface="+mn-ea"/>
                  <a:cs typeface="+mn-cs"/>
                </a:rPr>
                <a:t>rd</a:t>
              </a:r>
              <a:r>
                <a:rPr kumimoji="0" lang="en-US" sz="1600" b="0" i="0" u="none" strike="noStrike" kern="1200" cap="none" spc="0" normalizeH="0" baseline="0" noProof="0" dirty="0">
                  <a:ln>
                    <a:noFill/>
                  </a:ln>
                  <a:solidFill>
                    <a:schemeClr val="bg1"/>
                  </a:solidFill>
                  <a:effectLst/>
                  <a:uLnTx/>
                  <a:uFillTx/>
                  <a:latin typeface="Segoe UI Semibold"/>
                  <a:ea typeface="+mn-ea"/>
                  <a:cs typeface="+mn-cs"/>
                </a:rPr>
                <a:t> Series</a:t>
              </a:r>
            </a:p>
          </p:txBody>
        </p:sp>
        <p:sp>
          <p:nvSpPr>
            <p:cNvPr id="18" name="TextBox 17">
              <a:extLst>
                <a:ext uri="{FF2B5EF4-FFF2-40B4-BE49-F238E27FC236}">
                  <a16:creationId xmlns:a16="http://schemas.microsoft.com/office/drawing/2014/main" id="{35A49C9A-1B9D-CF4B-36F4-FC13ED86B9A5}"/>
                </a:ext>
              </a:extLst>
            </p:cNvPr>
            <p:cNvSpPr txBox="1"/>
            <p:nvPr/>
          </p:nvSpPr>
          <p:spPr>
            <a:xfrm>
              <a:off x="7241206" y="5016477"/>
              <a:ext cx="39347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a:ea typeface="+mn-ea"/>
                  <a:cs typeface="+mn-cs"/>
                </a:rPr>
                <a:t>Lorem Ipsum is simply dummy text of the printing and typesetting industry. Lorem Ipsum has been the industry's standard dummy text ever since the 1500s</a:t>
              </a:r>
            </a:p>
          </p:txBody>
        </p:sp>
      </p:grpSp>
      <p:cxnSp>
        <p:nvCxnSpPr>
          <p:cNvPr id="19" name="Straight Connector 18">
            <a:extLst>
              <a:ext uri="{FF2B5EF4-FFF2-40B4-BE49-F238E27FC236}">
                <a16:creationId xmlns:a16="http://schemas.microsoft.com/office/drawing/2014/main" id="{A1569E0A-8B74-7C77-E6D6-11A28961BFD2}"/>
              </a:ext>
            </a:extLst>
          </p:cNvPr>
          <p:cNvCxnSpPr/>
          <p:nvPr/>
        </p:nvCxnSpPr>
        <p:spPr>
          <a:xfrm>
            <a:off x="6949440" y="2367280"/>
            <a:ext cx="0" cy="690880"/>
          </a:xfrm>
          <a:prstGeom prst="line">
            <a:avLst/>
          </a:prstGeom>
          <a:ln w="28575">
            <a:solidFill>
              <a:srgbClr val="24385E"/>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FE9B29-1B71-3F10-3787-E6114431629C}"/>
              </a:ext>
            </a:extLst>
          </p:cNvPr>
          <p:cNvCxnSpPr/>
          <p:nvPr/>
        </p:nvCxnSpPr>
        <p:spPr>
          <a:xfrm>
            <a:off x="6929120" y="3576320"/>
            <a:ext cx="0" cy="690880"/>
          </a:xfrm>
          <a:prstGeom prst="line">
            <a:avLst/>
          </a:prstGeom>
          <a:ln w="28575">
            <a:solidFill>
              <a:srgbClr val="005DF9"/>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BFCCA29-7EF7-D677-DB6A-BAC8DFF0BC60}"/>
              </a:ext>
            </a:extLst>
          </p:cNvPr>
          <p:cNvCxnSpPr/>
          <p:nvPr/>
        </p:nvCxnSpPr>
        <p:spPr>
          <a:xfrm>
            <a:off x="6949440" y="4785360"/>
            <a:ext cx="0" cy="690880"/>
          </a:xfrm>
          <a:prstGeom prst="line">
            <a:avLst/>
          </a:prstGeom>
          <a:ln w="28575">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769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9247B-3412-3476-2A45-9F8A3BCA0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5E94B-0677-748B-9668-1F5FF80F81C5}"/>
              </a:ext>
            </a:extLst>
          </p:cNvPr>
          <p:cNvSpPr>
            <a:spLocks noGrp="1"/>
          </p:cNvSpPr>
          <p:nvPr>
            <p:ph type="title"/>
          </p:nvPr>
        </p:nvSpPr>
        <p:spPr/>
        <p:txBody>
          <a:bodyPr/>
          <a:lstStyle/>
          <a:p>
            <a:r>
              <a:rPr lang="en-US" sz="4400" dirty="0">
                <a:solidFill>
                  <a:schemeClr val="accent1"/>
                </a:solidFill>
              </a:rPr>
              <a:t>TABLE</a:t>
            </a:r>
            <a:r>
              <a:rPr lang="en-US" sz="4400" dirty="0"/>
              <a:t> </a:t>
            </a:r>
            <a:r>
              <a:rPr lang="en-US" sz="4400" dirty="0">
                <a:solidFill>
                  <a:schemeClr val="accent2"/>
                </a:solidFill>
              </a:rPr>
              <a:t>SLIDE</a:t>
            </a:r>
          </a:p>
        </p:txBody>
      </p:sp>
      <p:sp>
        <p:nvSpPr>
          <p:cNvPr id="3" name="Text Placeholder 2">
            <a:extLst>
              <a:ext uri="{FF2B5EF4-FFF2-40B4-BE49-F238E27FC236}">
                <a16:creationId xmlns:a16="http://schemas.microsoft.com/office/drawing/2014/main" id="{3E74F0B6-ED54-3D9E-9333-790C20FC9C3F}"/>
              </a:ext>
            </a:extLst>
          </p:cNvPr>
          <p:cNvSpPr>
            <a:spLocks noGrp="1"/>
          </p:cNvSpPr>
          <p:nvPr>
            <p:ph type="body" sz="quarter" idx="13"/>
          </p:nvPr>
        </p:nvSpPr>
        <p:spPr>
          <a:xfrm>
            <a:off x="820035" y="1086329"/>
            <a:ext cx="10515600" cy="339060"/>
          </a:xfrm>
        </p:spPr>
        <p:txBody>
          <a:bodyPr/>
          <a:lstStyle/>
          <a:p>
            <a:r>
              <a:rPr lang="en-US" dirty="0"/>
              <a:t>Get to know us, we’re honest, dedicated and relentless</a:t>
            </a:r>
          </a:p>
        </p:txBody>
      </p:sp>
      <p:sp>
        <p:nvSpPr>
          <p:cNvPr id="4" name="Slide Number Placeholder 3">
            <a:extLst>
              <a:ext uri="{FF2B5EF4-FFF2-40B4-BE49-F238E27FC236}">
                <a16:creationId xmlns:a16="http://schemas.microsoft.com/office/drawing/2014/main" id="{0280E037-F46A-C51C-58C8-524CFD97E0AD}"/>
              </a:ext>
            </a:extLst>
          </p:cNvPr>
          <p:cNvSpPr>
            <a:spLocks noGrp="1"/>
          </p:cNvSpPr>
          <p:nvPr>
            <p:ph type="sldNum" sz="quarter" idx="14"/>
          </p:nvPr>
        </p:nvSpPr>
        <p:spPr>
          <a:xfrm>
            <a:off x="11608943" y="6435152"/>
            <a:ext cx="527558"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graphicFrame>
        <p:nvGraphicFramePr>
          <p:cNvPr id="8" name="Table Placeholder 7">
            <a:extLst>
              <a:ext uri="{FF2B5EF4-FFF2-40B4-BE49-F238E27FC236}">
                <a16:creationId xmlns:a16="http://schemas.microsoft.com/office/drawing/2014/main" id="{D9D6DDA0-A632-510C-DA07-6DD20E023E06}"/>
              </a:ext>
            </a:extLst>
          </p:cNvPr>
          <p:cNvGraphicFramePr>
            <a:graphicFrameLocks noGrp="1"/>
          </p:cNvGraphicFramePr>
          <p:nvPr>
            <p:ph type="tbl" sz="quarter" idx="15"/>
          </p:nvPr>
        </p:nvGraphicFramePr>
        <p:xfrm>
          <a:off x="1050168" y="1909481"/>
          <a:ext cx="10091664" cy="3765180"/>
        </p:xfrm>
        <a:graphic>
          <a:graphicData uri="http://schemas.openxmlformats.org/drawingml/2006/table">
            <a:tbl>
              <a:tblPr firstRow="1" bandRow="1">
                <a:tableStyleId>{5C22544A-7EE6-4342-B048-85BDC9FD1C3A}</a:tableStyleId>
              </a:tblPr>
              <a:tblGrid>
                <a:gridCol w="1681944">
                  <a:extLst>
                    <a:ext uri="{9D8B030D-6E8A-4147-A177-3AD203B41FA5}">
                      <a16:colId xmlns:a16="http://schemas.microsoft.com/office/drawing/2014/main" val="1143789313"/>
                    </a:ext>
                  </a:extLst>
                </a:gridCol>
                <a:gridCol w="1681944">
                  <a:extLst>
                    <a:ext uri="{9D8B030D-6E8A-4147-A177-3AD203B41FA5}">
                      <a16:colId xmlns:a16="http://schemas.microsoft.com/office/drawing/2014/main" val="3122080072"/>
                    </a:ext>
                  </a:extLst>
                </a:gridCol>
                <a:gridCol w="1681944">
                  <a:extLst>
                    <a:ext uri="{9D8B030D-6E8A-4147-A177-3AD203B41FA5}">
                      <a16:colId xmlns:a16="http://schemas.microsoft.com/office/drawing/2014/main" val="3328333048"/>
                    </a:ext>
                  </a:extLst>
                </a:gridCol>
                <a:gridCol w="1681944">
                  <a:extLst>
                    <a:ext uri="{9D8B030D-6E8A-4147-A177-3AD203B41FA5}">
                      <a16:colId xmlns:a16="http://schemas.microsoft.com/office/drawing/2014/main" val="1589025317"/>
                    </a:ext>
                  </a:extLst>
                </a:gridCol>
                <a:gridCol w="1681944">
                  <a:extLst>
                    <a:ext uri="{9D8B030D-6E8A-4147-A177-3AD203B41FA5}">
                      <a16:colId xmlns:a16="http://schemas.microsoft.com/office/drawing/2014/main" val="2601134616"/>
                    </a:ext>
                  </a:extLst>
                </a:gridCol>
                <a:gridCol w="1681944">
                  <a:extLst>
                    <a:ext uri="{9D8B030D-6E8A-4147-A177-3AD203B41FA5}">
                      <a16:colId xmlns:a16="http://schemas.microsoft.com/office/drawing/2014/main" val="833537056"/>
                    </a:ext>
                  </a:extLst>
                </a:gridCol>
              </a:tblGrid>
              <a:tr h="753036">
                <a:tc>
                  <a:txBody>
                    <a:bodyPr/>
                    <a:lstStyle/>
                    <a:p>
                      <a:pPr algn="ctr"/>
                      <a:r>
                        <a:rPr lang="en-US" sz="1600" dirty="0">
                          <a:latin typeface="+mj-lt"/>
                        </a:rPr>
                        <a:t>1</a:t>
                      </a:r>
                      <a:r>
                        <a:rPr lang="en-US" sz="1600" baseline="30000" dirty="0">
                          <a:latin typeface="+mj-lt"/>
                        </a:rPr>
                        <a:t>st</a:t>
                      </a:r>
                      <a:r>
                        <a:rPr lang="en-US" sz="1600" dirty="0">
                          <a:latin typeface="+mj-lt"/>
                        </a:rPr>
                        <a:t> column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2</a:t>
                      </a:r>
                      <a:r>
                        <a:rPr kumimoji="0" lang="en-US" sz="1600" b="1" i="0" u="none" strike="noStrike" kern="1200" cap="none" spc="0" normalizeH="0" baseline="30000" noProof="0" dirty="0">
                          <a:ln>
                            <a:noFill/>
                          </a:ln>
                          <a:solidFill>
                            <a:prstClr val="white"/>
                          </a:solidFill>
                          <a:effectLst/>
                          <a:uLnTx/>
                          <a:uFillTx/>
                          <a:latin typeface="+mj-lt"/>
                          <a:ea typeface="+mn-ea"/>
                          <a:cs typeface="+mn-cs"/>
                        </a:rPr>
                        <a:t>nd</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005DF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3</a:t>
                      </a:r>
                      <a:r>
                        <a:rPr kumimoji="0" lang="en-US" sz="1600" b="1" i="0" u="none" strike="noStrike" kern="1200" cap="none" spc="0" normalizeH="0" baseline="30000" noProof="0" dirty="0">
                          <a:ln>
                            <a:noFill/>
                          </a:ln>
                          <a:solidFill>
                            <a:prstClr val="white"/>
                          </a:solidFill>
                          <a:effectLst/>
                          <a:uLnTx/>
                          <a:uFillTx/>
                          <a:latin typeface="+mj-lt"/>
                          <a:ea typeface="+mn-ea"/>
                          <a:cs typeface="+mn-cs"/>
                        </a:rPr>
                        <a:t>rd</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F4BF3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4</a:t>
                      </a:r>
                      <a:r>
                        <a:rPr kumimoji="0" lang="en-US" sz="1600" b="1" i="0" u="none" strike="noStrike" kern="1200" cap="none" spc="0" normalizeH="0" baseline="30000" noProof="0" dirty="0">
                          <a:ln>
                            <a:noFill/>
                          </a:ln>
                          <a:solidFill>
                            <a:prstClr val="white"/>
                          </a:solidFill>
                          <a:effectLst/>
                          <a:uLnTx/>
                          <a:uFillTx/>
                          <a:latin typeface="+mj-lt"/>
                          <a:ea typeface="+mn-ea"/>
                          <a:cs typeface="+mn-cs"/>
                        </a:rPr>
                        <a:t>th</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641C6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5</a:t>
                      </a:r>
                      <a:r>
                        <a:rPr kumimoji="0" lang="en-US" sz="1600" b="1" i="0" u="none" strike="noStrike" kern="1200" cap="none" spc="0" normalizeH="0" baseline="30000" noProof="0" dirty="0">
                          <a:ln>
                            <a:noFill/>
                          </a:ln>
                          <a:solidFill>
                            <a:prstClr val="white"/>
                          </a:solidFill>
                          <a:effectLst/>
                          <a:uLnTx/>
                          <a:uFillTx/>
                          <a:latin typeface="+mj-lt"/>
                          <a:ea typeface="+mn-ea"/>
                          <a:cs typeface="+mn-cs"/>
                        </a:rPr>
                        <a:t>th</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00723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6</a:t>
                      </a:r>
                      <a:r>
                        <a:rPr kumimoji="0" lang="en-US" sz="1600" b="1" i="0" u="none" strike="noStrike" kern="1200" cap="none" spc="0" normalizeH="0" baseline="30000" noProof="0" dirty="0">
                          <a:ln>
                            <a:noFill/>
                          </a:ln>
                          <a:solidFill>
                            <a:prstClr val="white"/>
                          </a:solidFill>
                          <a:effectLst/>
                          <a:uLnTx/>
                          <a:uFillTx/>
                          <a:latin typeface="+mj-lt"/>
                          <a:ea typeface="+mn-ea"/>
                          <a:cs typeface="+mn-cs"/>
                        </a:rPr>
                        <a:t>th</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tc>
                <a:extLst>
                  <a:ext uri="{0D108BD9-81ED-4DB2-BD59-A6C34878D82A}">
                    <a16:rowId xmlns:a16="http://schemas.microsoft.com/office/drawing/2014/main" val="22479257"/>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extLst>
                  <a:ext uri="{0D108BD9-81ED-4DB2-BD59-A6C34878D82A}">
                    <a16:rowId xmlns:a16="http://schemas.microsoft.com/office/drawing/2014/main" val="3453952459"/>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extLst>
                  <a:ext uri="{0D108BD9-81ED-4DB2-BD59-A6C34878D82A}">
                    <a16:rowId xmlns:a16="http://schemas.microsoft.com/office/drawing/2014/main" val="3135832430"/>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extLst>
                  <a:ext uri="{0D108BD9-81ED-4DB2-BD59-A6C34878D82A}">
                    <a16:rowId xmlns:a16="http://schemas.microsoft.com/office/drawing/2014/main" val="2481128208"/>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extLst>
                  <a:ext uri="{0D108BD9-81ED-4DB2-BD59-A6C34878D82A}">
                    <a16:rowId xmlns:a16="http://schemas.microsoft.com/office/drawing/2014/main" val="793734113"/>
                  </a:ext>
                </a:extLst>
              </a:tr>
            </a:tbl>
          </a:graphicData>
        </a:graphic>
      </p:graphicFrame>
      <p:cxnSp>
        <p:nvCxnSpPr>
          <p:cNvPr id="6" name="Straight Connector 5">
            <a:extLst>
              <a:ext uri="{FF2B5EF4-FFF2-40B4-BE49-F238E27FC236}">
                <a16:creationId xmlns:a16="http://schemas.microsoft.com/office/drawing/2014/main" id="{8ECFE6F9-22FE-D8A3-E92D-461B3D342484}"/>
              </a:ext>
            </a:extLst>
          </p:cNvPr>
          <p:cNvCxnSpPr/>
          <p:nvPr/>
        </p:nvCxnSpPr>
        <p:spPr>
          <a:xfrm flipH="1">
            <a:off x="3376893" y="125177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8DA854-C626-ACE6-358F-9731F452EE8A}"/>
              </a:ext>
            </a:extLst>
          </p:cNvPr>
          <p:cNvCxnSpPr/>
          <p:nvPr/>
        </p:nvCxnSpPr>
        <p:spPr>
          <a:xfrm flipH="1">
            <a:off x="8395933" y="1251779"/>
            <a:ext cx="369337"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0940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9C698E-B734-628B-B7CE-B98C16EBCBC5}"/>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Title 1">
            <a:extLst>
              <a:ext uri="{FF2B5EF4-FFF2-40B4-BE49-F238E27FC236}">
                <a16:creationId xmlns:a16="http://schemas.microsoft.com/office/drawing/2014/main" id="{EE9EC47E-0171-E44F-567D-92A8D0BC8FF3}"/>
              </a:ext>
            </a:extLst>
          </p:cNvPr>
          <p:cNvSpPr>
            <a:spLocks noGrp="1"/>
          </p:cNvSpPr>
          <p:nvPr>
            <p:ph type="title"/>
          </p:nvPr>
        </p:nvSpPr>
        <p:spPr>
          <a:xfrm>
            <a:off x="838200" y="449969"/>
            <a:ext cx="10515600" cy="647246"/>
          </a:xfrm>
        </p:spPr>
        <p:txBody>
          <a:bodyPr/>
          <a:lstStyle/>
          <a:p>
            <a:r>
              <a:rPr lang="en-US" sz="4400" dirty="0">
                <a:solidFill>
                  <a:srgbClr val="F2C810"/>
                </a:solidFill>
              </a:rPr>
              <a:t>TABLE</a:t>
            </a:r>
            <a:r>
              <a:rPr lang="en-US" sz="4400" dirty="0"/>
              <a:t> SLIDE</a:t>
            </a:r>
          </a:p>
        </p:txBody>
      </p:sp>
      <p:sp>
        <p:nvSpPr>
          <p:cNvPr id="6" name="Text Placeholder 2">
            <a:extLst>
              <a:ext uri="{FF2B5EF4-FFF2-40B4-BE49-F238E27FC236}">
                <a16:creationId xmlns:a16="http://schemas.microsoft.com/office/drawing/2014/main" id="{BF2EDF6B-0EBA-4749-6E1C-F283F711994F}"/>
              </a:ext>
            </a:extLst>
          </p:cNvPr>
          <p:cNvSpPr>
            <a:spLocks noGrp="1"/>
          </p:cNvSpPr>
          <p:nvPr>
            <p:ph type="body" sz="quarter" idx="13"/>
          </p:nvPr>
        </p:nvSpPr>
        <p:spPr>
          <a:xfrm>
            <a:off x="820035" y="1086329"/>
            <a:ext cx="10515600" cy="339060"/>
          </a:xfrm>
        </p:spPr>
        <p:txBody>
          <a:bodyPr/>
          <a:lstStyle/>
          <a:p>
            <a:r>
              <a:rPr lang="en-US" dirty="0"/>
              <a:t>Get to know us, we’re honest, dedicated and relentless</a:t>
            </a:r>
          </a:p>
        </p:txBody>
      </p:sp>
      <p:sp>
        <p:nvSpPr>
          <p:cNvPr id="7" name="Slide Number Placeholder 3">
            <a:extLst>
              <a:ext uri="{FF2B5EF4-FFF2-40B4-BE49-F238E27FC236}">
                <a16:creationId xmlns:a16="http://schemas.microsoft.com/office/drawing/2014/main" id="{3733149D-8A62-6CB7-AFE6-BCEA8C82AF7B}"/>
              </a:ext>
            </a:extLst>
          </p:cNvPr>
          <p:cNvSpPr txBox="1">
            <a:spLocks/>
          </p:cNvSpPr>
          <p:nvPr/>
        </p:nvSpPr>
        <p:spPr>
          <a:xfrm>
            <a:off x="11608943" y="6435152"/>
            <a:ext cx="527558" cy="365125"/>
          </a:xfrm>
          <a:prstGeom prst="rect">
            <a:avLst/>
          </a:prstGeom>
        </p:spPr>
        <p:txBody>
          <a:bodyPr vert="horz" lIns="91440" tIns="45720" rIns="91440" bIns="45720" rtlCol="0" anchor="ct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A239EA-F1FD-4C8D-8363-19B4042F821C}" type="slidenum">
              <a:rPr lang="en-US" smtClean="0">
                <a:solidFill>
                  <a:prstClr val="white"/>
                </a:solidFill>
                <a:latin typeface="Segoe UI"/>
              </a:rPr>
              <a:pPr/>
              <a:t>23</a:t>
            </a:fld>
            <a:endParaRPr lang="en-US" dirty="0">
              <a:solidFill>
                <a:prstClr val="white"/>
              </a:solidFill>
              <a:latin typeface="Segoe UI"/>
            </a:endParaRPr>
          </a:p>
        </p:txBody>
      </p:sp>
      <p:graphicFrame>
        <p:nvGraphicFramePr>
          <p:cNvPr id="8" name="Table Placeholder 7">
            <a:extLst>
              <a:ext uri="{FF2B5EF4-FFF2-40B4-BE49-F238E27FC236}">
                <a16:creationId xmlns:a16="http://schemas.microsoft.com/office/drawing/2014/main" id="{6C804DF4-6226-63FF-1E70-0676A246EED6}"/>
              </a:ext>
            </a:extLst>
          </p:cNvPr>
          <p:cNvGraphicFramePr>
            <a:graphicFrameLocks/>
          </p:cNvGraphicFramePr>
          <p:nvPr/>
        </p:nvGraphicFramePr>
        <p:xfrm>
          <a:off x="1050168" y="1909481"/>
          <a:ext cx="10091664" cy="3765180"/>
        </p:xfrm>
        <a:graphic>
          <a:graphicData uri="http://schemas.openxmlformats.org/drawingml/2006/table">
            <a:tbl>
              <a:tblPr firstRow="1" bandRow="1">
                <a:tableStyleId>{5C22544A-7EE6-4342-B048-85BDC9FD1C3A}</a:tableStyleId>
              </a:tblPr>
              <a:tblGrid>
                <a:gridCol w="1681944">
                  <a:extLst>
                    <a:ext uri="{9D8B030D-6E8A-4147-A177-3AD203B41FA5}">
                      <a16:colId xmlns:a16="http://schemas.microsoft.com/office/drawing/2014/main" val="1143789313"/>
                    </a:ext>
                  </a:extLst>
                </a:gridCol>
                <a:gridCol w="1681944">
                  <a:extLst>
                    <a:ext uri="{9D8B030D-6E8A-4147-A177-3AD203B41FA5}">
                      <a16:colId xmlns:a16="http://schemas.microsoft.com/office/drawing/2014/main" val="3122080072"/>
                    </a:ext>
                  </a:extLst>
                </a:gridCol>
                <a:gridCol w="1681944">
                  <a:extLst>
                    <a:ext uri="{9D8B030D-6E8A-4147-A177-3AD203B41FA5}">
                      <a16:colId xmlns:a16="http://schemas.microsoft.com/office/drawing/2014/main" val="3328333048"/>
                    </a:ext>
                  </a:extLst>
                </a:gridCol>
                <a:gridCol w="1681944">
                  <a:extLst>
                    <a:ext uri="{9D8B030D-6E8A-4147-A177-3AD203B41FA5}">
                      <a16:colId xmlns:a16="http://schemas.microsoft.com/office/drawing/2014/main" val="1589025317"/>
                    </a:ext>
                  </a:extLst>
                </a:gridCol>
                <a:gridCol w="1681944">
                  <a:extLst>
                    <a:ext uri="{9D8B030D-6E8A-4147-A177-3AD203B41FA5}">
                      <a16:colId xmlns:a16="http://schemas.microsoft.com/office/drawing/2014/main" val="2601134616"/>
                    </a:ext>
                  </a:extLst>
                </a:gridCol>
                <a:gridCol w="1681944">
                  <a:extLst>
                    <a:ext uri="{9D8B030D-6E8A-4147-A177-3AD203B41FA5}">
                      <a16:colId xmlns:a16="http://schemas.microsoft.com/office/drawing/2014/main" val="833537056"/>
                    </a:ext>
                  </a:extLst>
                </a:gridCol>
              </a:tblGrid>
              <a:tr h="753036">
                <a:tc>
                  <a:txBody>
                    <a:bodyPr/>
                    <a:lstStyle/>
                    <a:p>
                      <a:pPr algn="ctr"/>
                      <a:r>
                        <a:rPr lang="en-US" sz="1600" dirty="0">
                          <a:latin typeface="+mj-lt"/>
                        </a:rPr>
                        <a:t>1</a:t>
                      </a:r>
                      <a:r>
                        <a:rPr lang="en-US" sz="1600" baseline="30000" dirty="0">
                          <a:latin typeface="+mj-lt"/>
                        </a:rPr>
                        <a:t>st</a:t>
                      </a:r>
                      <a:r>
                        <a:rPr lang="en-US" sz="1600" dirty="0">
                          <a:latin typeface="+mj-lt"/>
                        </a:rPr>
                        <a:t> column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2</a:t>
                      </a:r>
                      <a:r>
                        <a:rPr kumimoji="0" lang="en-US" sz="1600" b="1" i="0" u="none" strike="noStrike" kern="1200" cap="none" spc="0" normalizeH="0" baseline="30000" noProof="0" dirty="0">
                          <a:ln>
                            <a:noFill/>
                          </a:ln>
                          <a:solidFill>
                            <a:prstClr val="white"/>
                          </a:solidFill>
                          <a:effectLst/>
                          <a:uLnTx/>
                          <a:uFillTx/>
                          <a:latin typeface="+mj-lt"/>
                          <a:ea typeface="+mn-ea"/>
                          <a:cs typeface="+mn-cs"/>
                        </a:rPr>
                        <a:t>nd</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005DF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3</a:t>
                      </a:r>
                      <a:r>
                        <a:rPr kumimoji="0" lang="en-US" sz="1600" b="1" i="0" u="none" strike="noStrike" kern="1200" cap="none" spc="0" normalizeH="0" baseline="30000" noProof="0" dirty="0">
                          <a:ln>
                            <a:noFill/>
                          </a:ln>
                          <a:solidFill>
                            <a:prstClr val="white"/>
                          </a:solidFill>
                          <a:effectLst/>
                          <a:uLnTx/>
                          <a:uFillTx/>
                          <a:latin typeface="+mj-lt"/>
                          <a:ea typeface="+mn-ea"/>
                          <a:cs typeface="+mn-cs"/>
                        </a:rPr>
                        <a:t>rd</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F4BF3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4</a:t>
                      </a:r>
                      <a:r>
                        <a:rPr kumimoji="0" lang="en-US" sz="1600" b="1" i="0" u="none" strike="noStrike" kern="1200" cap="none" spc="0" normalizeH="0" baseline="30000" noProof="0" dirty="0">
                          <a:ln>
                            <a:noFill/>
                          </a:ln>
                          <a:solidFill>
                            <a:prstClr val="white"/>
                          </a:solidFill>
                          <a:effectLst/>
                          <a:uLnTx/>
                          <a:uFillTx/>
                          <a:latin typeface="+mj-lt"/>
                          <a:ea typeface="+mn-ea"/>
                          <a:cs typeface="+mn-cs"/>
                        </a:rPr>
                        <a:t>th</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641C6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5</a:t>
                      </a:r>
                      <a:r>
                        <a:rPr kumimoji="0" lang="en-US" sz="1600" b="1" i="0" u="none" strike="noStrike" kern="1200" cap="none" spc="0" normalizeH="0" baseline="30000" noProof="0" dirty="0">
                          <a:ln>
                            <a:noFill/>
                          </a:ln>
                          <a:solidFill>
                            <a:prstClr val="white"/>
                          </a:solidFill>
                          <a:effectLst/>
                          <a:uLnTx/>
                          <a:uFillTx/>
                          <a:latin typeface="+mj-lt"/>
                          <a:ea typeface="+mn-ea"/>
                          <a:cs typeface="+mn-cs"/>
                        </a:rPr>
                        <a:t>th</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solidFill>
                      <a:srgbClr val="00723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j-lt"/>
                          <a:ea typeface="+mn-ea"/>
                          <a:cs typeface="+mn-cs"/>
                        </a:rPr>
                        <a:t>6</a:t>
                      </a:r>
                      <a:r>
                        <a:rPr kumimoji="0" lang="en-US" sz="1600" b="1" i="0" u="none" strike="noStrike" kern="1200" cap="none" spc="0" normalizeH="0" baseline="30000" noProof="0" dirty="0">
                          <a:ln>
                            <a:noFill/>
                          </a:ln>
                          <a:solidFill>
                            <a:prstClr val="white"/>
                          </a:solidFill>
                          <a:effectLst/>
                          <a:uLnTx/>
                          <a:uFillTx/>
                          <a:latin typeface="+mj-lt"/>
                          <a:ea typeface="+mn-ea"/>
                          <a:cs typeface="+mn-cs"/>
                        </a:rPr>
                        <a:t>th</a:t>
                      </a:r>
                      <a:r>
                        <a:rPr kumimoji="0" lang="en-US" sz="1600" b="1" i="0" u="none" strike="noStrike" kern="1200" cap="none" spc="0" normalizeH="0" baseline="0" noProof="0" dirty="0">
                          <a:ln>
                            <a:noFill/>
                          </a:ln>
                          <a:solidFill>
                            <a:prstClr val="white"/>
                          </a:solidFill>
                          <a:effectLst/>
                          <a:uLnTx/>
                          <a:uFillTx/>
                          <a:latin typeface="+mj-lt"/>
                          <a:ea typeface="+mn-ea"/>
                          <a:cs typeface="+mn-cs"/>
                        </a:rPr>
                        <a:t> column</a:t>
                      </a:r>
                    </a:p>
                  </a:txBody>
                  <a:tcPr anchor="ctr"/>
                </a:tc>
                <a:extLst>
                  <a:ext uri="{0D108BD9-81ED-4DB2-BD59-A6C34878D82A}">
                    <a16:rowId xmlns:a16="http://schemas.microsoft.com/office/drawing/2014/main" val="22479257"/>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extLst>
                  <a:ext uri="{0D108BD9-81ED-4DB2-BD59-A6C34878D82A}">
                    <a16:rowId xmlns:a16="http://schemas.microsoft.com/office/drawing/2014/main" val="3453952459"/>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extLst>
                  <a:ext uri="{0D108BD9-81ED-4DB2-BD59-A6C34878D82A}">
                    <a16:rowId xmlns:a16="http://schemas.microsoft.com/office/drawing/2014/main" val="3135832430"/>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extLst>
                  <a:ext uri="{0D108BD9-81ED-4DB2-BD59-A6C34878D82A}">
                    <a16:rowId xmlns:a16="http://schemas.microsoft.com/office/drawing/2014/main" val="2481128208"/>
                  </a:ext>
                </a:extLst>
              </a:tr>
              <a:tr h="7530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Lorem Ipsum is simply dummy text. </a:t>
                      </a:r>
                      <a:endParaRPr kumimoji="0" lang="en-US" sz="1400" b="0" i="0" u="none" strike="noStrike" kern="1200" cap="none" spc="0" normalizeH="0" baseline="0" noProof="0" dirty="0">
                        <a:ln>
                          <a:noFill/>
                        </a:ln>
                        <a:solidFill>
                          <a:prstClr val="black"/>
                        </a:solidFill>
                        <a:effectLst/>
                        <a:uLnTx/>
                        <a:uFillTx/>
                        <a:latin typeface="Segoe UI"/>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Lorem Ipsum is simply dummy text. </a:t>
                      </a:r>
                    </a:p>
                  </a:txBody>
                  <a:tcPr anchor="ctr"/>
                </a:tc>
                <a:extLst>
                  <a:ext uri="{0D108BD9-81ED-4DB2-BD59-A6C34878D82A}">
                    <a16:rowId xmlns:a16="http://schemas.microsoft.com/office/drawing/2014/main" val="793734113"/>
                  </a:ext>
                </a:extLst>
              </a:tr>
            </a:tbl>
          </a:graphicData>
        </a:graphic>
      </p:graphicFrame>
      <p:cxnSp>
        <p:nvCxnSpPr>
          <p:cNvPr id="9" name="Straight Connector 8">
            <a:extLst>
              <a:ext uri="{FF2B5EF4-FFF2-40B4-BE49-F238E27FC236}">
                <a16:creationId xmlns:a16="http://schemas.microsoft.com/office/drawing/2014/main" id="{9C152917-5249-4D61-8902-ADFFC672644F}"/>
              </a:ext>
            </a:extLst>
          </p:cNvPr>
          <p:cNvCxnSpPr/>
          <p:nvPr/>
        </p:nvCxnSpPr>
        <p:spPr>
          <a:xfrm flipH="1">
            <a:off x="3376893" y="1251779"/>
            <a:ext cx="369337"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10" name="Straight Connector 9">
            <a:extLst>
              <a:ext uri="{FF2B5EF4-FFF2-40B4-BE49-F238E27FC236}">
                <a16:creationId xmlns:a16="http://schemas.microsoft.com/office/drawing/2014/main" id="{B156BA1A-3F84-A642-FBC9-5E3FA62471EB}"/>
              </a:ext>
            </a:extLst>
          </p:cNvPr>
          <p:cNvCxnSpPr/>
          <p:nvPr/>
        </p:nvCxnSpPr>
        <p:spPr>
          <a:xfrm flipH="1">
            <a:off x="8395933" y="1251779"/>
            <a:ext cx="369337" cy="0"/>
          </a:xfrm>
          <a:prstGeom prst="line">
            <a:avLst/>
          </a:prstGeom>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373073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483A6-0B31-E872-9C0C-6B985B2CBD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F5EF45-5212-6F78-9616-764795C9DA46}"/>
              </a:ext>
            </a:extLst>
          </p:cNvPr>
          <p:cNvSpPr>
            <a:spLocks noGrp="1"/>
          </p:cNvSpPr>
          <p:nvPr>
            <p:ph type="sldNum" sz="quarter" idx="13"/>
          </p:nvPr>
        </p:nvSpPr>
        <p:spPr>
          <a:xfrm>
            <a:off x="11608943" y="6435152"/>
            <a:ext cx="527558"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16" name="Title 2">
            <a:extLst>
              <a:ext uri="{FF2B5EF4-FFF2-40B4-BE49-F238E27FC236}">
                <a16:creationId xmlns:a16="http://schemas.microsoft.com/office/drawing/2014/main" id="{329F620F-02F5-ACB1-E888-19488AD410F7}"/>
              </a:ext>
            </a:extLst>
          </p:cNvPr>
          <p:cNvSpPr txBox="1">
            <a:spLocks/>
          </p:cNvSpPr>
          <p:nvPr/>
        </p:nvSpPr>
        <p:spPr>
          <a:xfrm>
            <a:off x="713966" y="3432197"/>
            <a:ext cx="7490234" cy="1325563"/>
          </a:xfrm>
          <a:prstGeom prst="rect">
            <a:avLst/>
          </a:prstGeom>
        </p:spPr>
        <p:txBody>
          <a:bodyPr>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4400" b="1" dirty="0">
                <a:latin typeface="Segoe UI Semibold" panose="020B0502040204020203" pitchFamily="34" charset="0"/>
                <a:cs typeface="Segoe UI Semibold" panose="020B0502040204020203" pitchFamily="34" charset="0"/>
              </a:rPr>
              <a:t>THANK YOU</a:t>
            </a:r>
          </a:p>
        </p:txBody>
      </p:sp>
      <p:sp>
        <p:nvSpPr>
          <p:cNvPr id="17" name="Text Placeholder 3">
            <a:extLst>
              <a:ext uri="{FF2B5EF4-FFF2-40B4-BE49-F238E27FC236}">
                <a16:creationId xmlns:a16="http://schemas.microsoft.com/office/drawing/2014/main" id="{46EFB5B2-9DC4-4960-135A-E0E850BDBA2E}"/>
              </a:ext>
            </a:extLst>
          </p:cNvPr>
          <p:cNvSpPr txBox="1">
            <a:spLocks/>
          </p:cNvSpPr>
          <p:nvPr/>
        </p:nvSpPr>
        <p:spPr>
          <a:xfrm>
            <a:off x="713966" y="4757760"/>
            <a:ext cx="4798560" cy="7300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I look forward to connecting!</a:t>
            </a:r>
          </a:p>
        </p:txBody>
      </p:sp>
      <p:cxnSp>
        <p:nvCxnSpPr>
          <p:cNvPr id="23" name="Straight Connector 22">
            <a:extLst>
              <a:ext uri="{FF2B5EF4-FFF2-40B4-BE49-F238E27FC236}">
                <a16:creationId xmlns:a16="http://schemas.microsoft.com/office/drawing/2014/main" id="{243496BE-892C-E203-1CB4-3AEC9E4C4B46}"/>
              </a:ext>
            </a:extLst>
          </p:cNvPr>
          <p:cNvCxnSpPr/>
          <p:nvPr/>
        </p:nvCxnSpPr>
        <p:spPr>
          <a:xfrm flipH="1">
            <a:off x="810308" y="4248400"/>
            <a:ext cx="449580"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576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B11A0B4-76CB-79C5-25FB-5FC7A522E611}"/>
              </a:ext>
            </a:extLst>
          </p:cNvPr>
          <p:cNvSpPr>
            <a:spLocks noGrp="1"/>
          </p:cNvSpPr>
          <p:nvPr>
            <p:ph type="sldNum"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7" name="Title 2">
            <a:extLst>
              <a:ext uri="{FF2B5EF4-FFF2-40B4-BE49-F238E27FC236}">
                <a16:creationId xmlns:a16="http://schemas.microsoft.com/office/drawing/2014/main" id="{0FA503CD-364C-3A54-C2D9-76A4F42E1AB5}"/>
              </a:ext>
            </a:extLst>
          </p:cNvPr>
          <p:cNvSpPr txBox="1">
            <a:spLocks/>
          </p:cNvSpPr>
          <p:nvPr/>
        </p:nvSpPr>
        <p:spPr>
          <a:xfrm>
            <a:off x="713966" y="3432197"/>
            <a:ext cx="7490234" cy="1325563"/>
          </a:xfrm>
          <a:prstGeom prst="rect">
            <a:avLst/>
          </a:prstGeom>
        </p:spPr>
        <p:txBody>
          <a:bodyPr>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4400" b="1" dirty="0">
                <a:solidFill>
                  <a:schemeClr val="bg1"/>
                </a:solidFill>
                <a:latin typeface="Segoe UI Semibold" panose="020B0502040204020203" pitchFamily="34" charset="0"/>
                <a:cs typeface="Segoe UI Semibold" panose="020B0502040204020203" pitchFamily="34" charset="0"/>
              </a:rPr>
              <a:t>THANK YOU</a:t>
            </a:r>
          </a:p>
        </p:txBody>
      </p:sp>
      <p:sp>
        <p:nvSpPr>
          <p:cNvPr id="8" name="Text Placeholder 3">
            <a:extLst>
              <a:ext uri="{FF2B5EF4-FFF2-40B4-BE49-F238E27FC236}">
                <a16:creationId xmlns:a16="http://schemas.microsoft.com/office/drawing/2014/main" id="{49E68FD7-7D99-AE22-269E-19F7E9B5E8C5}"/>
              </a:ext>
            </a:extLst>
          </p:cNvPr>
          <p:cNvSpPr txBox="1">
            <a:spLocks/>
          </p:cNvSpPr>
          <p:nvPr/>
        </p:nvSpPr>
        <p:spPr>
          <a:xfrm>
            <a:off x="713966" y="4757760"/>
            <a:ext cx="4798560" cy="7300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bg1"/>
                </a:solidFill>
              </a:rPr>
              <a:t>I look forward to connecting!</a:t>
            </a:r>
          </a:p>
        </p:txBody>
      </p:sp>
      <p:cxnSp>
        <p:nvCxnSpPr>
          <p:cNvPr id="9" name="Straight Connector 8">
            <a:extLst>
              <a:ext uri="{FF2B5EF4-FFF2-40B4-BE49-F238E27FC236}">
                <a16:creationId xmlns:a16="http://schemas.microsoft.com/office/drawing/2014/main" id="{D4CCC9F6-741D-5151-C1DF-0E2E743B59DB}"/>
              </a:ext>
            </a:extLst>
          </p:cNvPr>
          <p:cNvCxnSpPr/>
          <p:nvPr/>
        </p:nvCxnSpPr>
        <p:spPr>
          <a:xfrm flipH="1">
            <a:off x="810308" y="4248400"/>
            <a:ext cx="449580" cy="0"/>
          </a:xfrm>
          <a:prstGeom prst="line">
            <a:avLst/>
          </a:prstGeom>
          <a:ln w="38100">
            <a:solidFill>
              <a:srgbClr val="F4BF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545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9EE315-316F-89B4-708B-EB3418127CC2}"/>
              </a:ext>
            </a:extLst>
          </p:cNvPr>
          <p:cNvSpPr>
            <a:spLocks noGrp="1"/>
          </p:cNvSpPr>
          <p:nvPr>
            <p:ph type="sldNum" sz="quarter" idx="1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US"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050" b="0" i="0" u="none" strike="noStrike" kern="1200" cap="none" spc="0" normalizeH="0" baseline="0" noProof="0" dirty="0">
              <a:ln>
                <a:noFill/>
              </a:ln>
              <a:solidFill>
                <a:prstClr val="white"/>
              </a:solidFill>
              <a:effectLst/>
              <a:uLnTx/>
              <a:uFillTx/>
              <a:latin typeface="Segoe UI"/>
              <a:ea typeface="+mn-ea"/>
              <a:cs typeface="+mn-cs"/>
            </a:endParaRPr>
          </a:p>
        </p:txBody>
      </p:sp>
      <p:sp>
        <p:nvSpPr>
          <p:cNvPr id="5" name="Title 1">
            <a:extLst>
              <a:ext uri="{FF2B5EF4-FFF2-40B4-BE49-F238E27FC236}">
                <a16:creationId xmlns:a16="http://schemas.microsoft.com/office/drawing/2014/main" id="{2D448948-82C6-D98A-C33C-933E588A0F40}"/>
              </a:ext>
            </a:extLst>
          </p:cNvPr>
          <p:cNvSpPr>
            <a:spLocks noGrp="1"/>
          </p:cNvSpPr>
          <p:nvPr>
            <p:ph type="title"/>
          </p:nvPr>
        </p:nvSpPr>
        <p:spPr>
          <a:xfrm>
            <a:off x="838200" y="449969"/>
            <a:ext cx="10515600" cy="647246"/>
          </a:xfrm>
        </p:spPr>
        <p:txBody>
          <a:bodyPr/>
          <a:lstStyle/>
          <a:p>
            <a:r>
              <a:rPr lang="en-GB" dirty="0"/>
              <a:t>QR Codes</a:t>
            </a:r>
          </a:p>
        </p:txBody>
      </p:sp>
      <p:pic>
        <p:nvPicPr>
          <p:cNvPr id="7" name="Picture 6" descr="Qr code&#10;&#10;Description automatically generated">
            <a:extLst>
              <a:ext uri="{FF2B5EF4-FFF2-40B4-BE49-F238E27FC236}">
                <a16:creationId xmlns:a16="http://schemas.microsoft.com/office/drawing/2014/main" id="{FE79DA82-DBE0-0285-0652-579A6C58F8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9441" y="1386443"/>
            <a:ext cx="3565501" cy="3565501"/>
          </a:xfrm>
          <a:prstGeom prst="rect">
            <a:avLst/>
          </a:prstGeom>
        </p:spPr>
      </p:pic>
      <p:sp>
        <p:nvSpPr>
          <p:cNvPr id="8" name="TextBox 7">
            <a:extLst>
              <a:ext uri="{FF2B5EF4-FFF2-40B4-BE49-F238E27FC236}">
                <a16:creationId xmlns:a16="http://schemas.microsoft.com/office/drawing/2014/main" id="{4180C3D7-6AC5-54BB-AB09-D6690343D097}"/>
              </a:ext>
            </a:extLst>
          </p:cNvPr>
          <p:cNvSpPr txBox="1"/>
          <p:nvPr/>
        </p:nvSpPr>
        <p:spPr>
          <a:xfrm>
            <a:off x="1329440" y="4871840"/>
            <a:ext cx="344575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bg1"/>
                </a:solidFill>
                <a:effectLst/>
                <a:uLnTx/>
                <a:uFillTx/>
                <a:latin typeface="Segoe UI"/>
                <a:ea typeface="+mn-ea"/>
                <a:cs typeface="+mn-cs"/>
              </a:rPr>
              <a:t>Feedback Form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bg1"/>
                </a:solidFill>
                <a:effectLst/>
                <a:uLnTx/>
                <a:uFillTx/>
                <a:latin typeface="Segoe UI"/>
                <a:ea typeface="+mn-ea"/>
                <a:cs typeface="+mn-cs"/>
              </a:rPr>
              <a:t>https://www.d365ppug.com/uk/feedback</a:t>
            </a:r>
          </a:p>
        </p:txBody>
      </p:sp>
      <p:pic>
        <p:nvPicPr>
          <p:cNvPr id="9" name="Picture 8">
            <a:extLst>
              <a:ext uri="{FF2B5EF4-FFF2-40B4-BE49-F238E27FC236}">
                <a16:creationId xmlns:a16="http://schemas.microsoft.com/office/drawing/2014/main" id="{2B24043A-3E57-136F-947D-3FDA00711C1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297058" y="1306339"/>
            <a:ext cx="3565501" cy="3565501"/>
          </a:xfrm>
          <a:prstGeom prst="rect">
            <a:avLst/>
          </a:prstGeom>
        </p:spPr>
      </p:pic>
      <p:sp>
        <p:nvSpPr>
          <p:cNvPr id="10" name="TextBox 9">
            <a:extLst>
              <a:ext uri="{FF2B5EF4-FFF2-40B4-BE49-F238E27FC236}">
                <a16:creationId xmlns:a16="http://schemas.microsoft.com/office/drawing/2014/main" id="{FDCFE777-77FC-F8B7-BF78-581496C91DF8}"/>
              </a:ext>
            </a:extLst>
          </p:cNvPr>
          <p:cNvSpPr txBox="1"/>
          <p:nvPr/>
        </p:nvSpPr>
        <p:spPr>
          <a:xfrm>
            <a:off x="7297057" y="4791736"/>
            <a:ext cx="3445759" cy="181588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bg1"/>
                </a:solidFill>
                <a:effectLst/>
                <a:uLnTx/>
                <a:uFillTx/>
                <a:latin typeface="Segoe UI"/>
                <a:ea typeface="+mn-ea"/>
                <a:cs typeface="+mn-cs"/>
              </a:rPr>
              <a:t>Agenda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bg1"/>
                </a:solidFill>
                <a:effectLst/>
                <a:uLnTx/>
                <a:uFillTx/>
                <a:latin typeface="Segoe UI"/>
                <a:ea typeface="+mn-ea"/>
                <a:cs typeface="+mn-cs"/>
              </a:rPr>
              <a:t>https://www.d365ppug.com/uk/schedule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dirty="0">
              <a:ln>
                <a:noFill/>
              </a:ln>
              <a:solidFill>
                <a:schemeClr val="bg1"/>
              </a:solidFill>
              <a:effectLst/>
              <a:uLnTx/>
              <a:uFillTx/>
              <a:latin typeface="Segoe UI"/>
              <a:ea typeface="+mn-ea"/>
              <a:cs typeface="+mn-cs"/>
            </a:endParaRPr>
          </a:p>
        </p:txBody>
      </p:sp>
    </p:spTree>
    <p:extLst>
      <p:ext uri="{BB962C8B-B14F-4D97-AF65-F5344CB8AC3E}">
        <p14:creationId xmlns:p14="http://schemas.microsoft.com/office/powerpoint/2010/main" val="1606963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12DBCD-F379-F6D6-A17E-65D67021D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3663B-B088-F9F8-FBC9-65BDC6FFD12D}"/>
              </a:ext>
            </a:extLst>
          </p:cNvPr>
          <p:cNvSpPr>
            <a:spLocks noGrp="1"/>
          </p:cNvSpPr>
          <p:nvPr>
            <p:ph type="title"/>
          </p:nvPr>
        </p:nvSpPr>
        <p:spPr>
          <a:xfrm>
            <a:off x="838200" y="597635"/>
            <a:ext cx="10515600" cy="779304"/>
          </a:xfrm>
        </p:spPr>
        <p:txBody>
          <a:bodyPr/>
          <a:lstStyle/>
          <a:p>
            <a:r>
              <a:rPr lang="en-GB" sz="4400">
                <a:solidFill>
                  <a:schemeClr val="accent1"/>
                </a:solidFill>
              </a:rPr>
              <a:t>THEME </a:t>
            </a:r>
            <a:r>
              <a:rPr lang="en-GB" sz="4400">
                <a:solidFill>
                  <a:schemeClr val="accent2"/>
                </a:solidFill>
              </a:rPr>
              <a:t>COLOURS</a:t>
            </a:r>
          </a:p>
        </p:txBody>
      </p:sp>
      <p:sp>
        <p:nvSpPr>
          <p:cNvPr id="3" name="Text Placeholder 2">
            <a:extLst>
              <a:ext uri="{FF2B5EF4-FFF2-40B4-BE49-F238E27FC236}">
                <a16:creationId xmlns:a16="http://schemas.microsoft.com/office/drawing/2014/main" id="{87C4E84C-5C70-0C1C-ACE1-025D87980C33}"/>
              </a:ext>
            </a:extLst>
          </p:cNvPr>
          <p:cNvSpPr>
            <a:spLocks noGrp="1"/>
          </p:cNvSpPr>
          <p:nvPr>
            <p:ph type="body" sz="quarter" idx="13"/>
          </p:nvPr>
        </p:nvSpPr>
        <p:spPr>
          <a:xfrm>
            <a:off x="606644" y="1728894"/>
            <a:ext cx="3128097" cy="779304"/>
          </a:xfrm>
        </p:spPr>
        <p:txBody>
          <a:bodyPr/>
          <a:lstStyle/>
          <a:p>
            <a:pPr algn="l"/>
            <a:r>
              <a:rPr lang="en-GB" dirty="0"/>
              <a:t>Colours from the user group logo are already embedded in this slide deck template</a:t>
            </a:r>
          </a:p>
          <a:p>
            <a:pPr algn="l"/>
            <a:endParaRPr lang="en-GB" dirty="0"/>
          </a:p>
        </p:txBody>
      </p:sp>
      <p:sp>
        <p:nvSpPr>
          <p:cNvPr id="4" name="Slide Number Placeholder 3">
            <a:extLst>
              <a:ext uri="{FF2B5EF4-FFF2-40B4-BE49-F238E27FC236}">
                <a16:creationId xmlns:a16="http://schemas.microsoft.com/office/drawing/2014/main" id="{2BE0C100-D539-3C9A-4B65-6F8B362B027F}"/>
              </a:ext>
            </a:extLst>
          </p:cNvPr>
          <p:cNvSpPr>
            <a:spLocks noGrp="1"/>
          </p:cNvSpPr>
          <p:nvPr>
            <p:ph type="sldNum" sz="quarter" idx="14"/>
          </p:nvPr>
        </p:nvSpPr>
        <p:spPr>
          <a:xfrm>
            <a:off x="11608943" y="6435152"/>
            <a:ext cx="527558"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A239EA-F1FD-4C8D-8363-19B4042F821C}" type="slidenum">
              <a:rPr kumimoji="0" lang="en-GB" sz="1050" b="0" i="0" u="none" strike="noStrike" kern="1200" cap="none" spc="0" normalizeH="0" baseline="0" noProof="0" smtClean="0">
                <a:ln>
                  <a:noFill/>
                </a:ln>
                <a:solidFill>
                  <a:prstClr val="white"/>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GB" sz="1050" b="0" i="0" u="none" strike="noStrike" kern="1200" cap="none" spc="0" normalizeH="0" baseline="0" noProof="0">
              <a:ln>
                <a:noFill/>
              </a:ln>
              <a:solidFill>
                <a:prstClr val="white"/>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0FEDDEE-B7DA-C38D-2483-E8F8958326E3}"/>
              </a:ext>
            </a:extLst>
          </p:cNvPr>
          <p:cNvPicPr>
            <a:picLocks noChangeAspect="1"/>
          </p:cNvPicPr>
          <p:nvPr/>
        </p:nvPicPr>
        <p:blipFill>
          <a:blip r:embed="rId3"/>
          <a:stretch>
            <a:fillRect/>
          </a:stretch>
        </p:blipFill>
        <p:spPr>
          <a:xfrm>
            <a:off x="698896" y="2686003"/>
            <a:ext cx="2403887" cy="3067996"/>
          </a:xfrm>
          <a:prstGeom prst="rect">
            <a:avLst/>
          </a:prstGeom>
        </p:spPr>
      </p:pic>
      <p:sp>
        <p:nvSpPr>
          <p:cNvPr id="14" name="TextBox 13">
            <a:extLst>
              <a:ext uri="{FF2B5EF4-FFF2-40B4-BE49-F238E27FC236}">
                <a16:creationId xmlns:a16="http://schemas.microsoft.com/office/drawing/2014/main" id="{6943AC37-4B62-3AD8-DF49-99E104A31333}"/>
              </a:ext>
            </a:extLst>
          </p:cNvPr>
          <p:cNvSpPr txBox="1"/>
          <p:nvPr/>
        </p:nvSpPr>
        <p:spPr>
          <a:xfrm>
            <a:off x="4821243" y="1964759"/>
            <a:ext cx="522194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Segoe UI"/>
                <a:ea typeface="+mn-ea"/>
                <a:cs typeface="+mn-cs"/>
              </a:rPr>
              <a:t>For reference, the theme colours are:</a:t>
            </a:r>
          </a:p>
        </p:txBody>
      </p:sp>
      <p:sp>
        <p:nvSpPr>
          <p:cNvPr id="15" name="TextBox 14">
            <a:extLst>
              <a:ext uri="{FF2B5EF4-FFF2-40B4-BE49-F238E27FC236}">
                <a16:creationId xmlns:a16="http://schemas.microsoft.com/office/drawing/2014/main" id="{3AACAB69-F537-E0DA-3478-01B6AB5AC204}"/>
              </a:ext>
            </a:extLst>
          </p:cNvPr>
          <p:cNvSpPr txBox="1"/>
          <p:nvPr/>
        </p:nvSpPr>
        <p:spPr>
          <a:xfrm>
            <a:off x="5541243" y="2860153"/>
            <a:ext cx="13115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#4B514F</a:t>
            </a:r>
          </a:p>
        </p:txBody>
      </p:sp>
      <p:sp>
        <p:nvSpPr>
          <p:cNvPr id="8" name="Rectangle 7">
            <a:extLst>
              <a:ext uri="{FF2B5EF4-FFF2-40B4-BE49-F238E27FC236}">
                <a16:creationId xmlns:a16="http://schemas.microsoft.com/office/drawing/2014/main" id="{06330E28-6ABD-013C-DD7B-DC6D0C539059}"/>
              </a:ext>
            </a:extLst>
          </p:cNvPr>
          <p:cNvSpPr/>
          <p:nvPr/>
        </p:nvSpPr>
        <p:spPr>
          <a:xfrm>
            <a:off x="4821243" y="2855057"/>
            <a:ext cx="720000" cy="720000"/>
          </a:xfrm>
          <a:prstGeom prst="rect">
            <a:avLst/>
          </a:prstGeom>
          <a:solidFill>
            <a:srgbClr val="4B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17" name="TextBox 16">
            <a:extLst>
              <a:ext uri="{FF2B5EF4-FFF2-40B4-BE49-F238E27FC236}">
                <a16:creationId xmlns:a16="http://schemas.microsoft.com/office/drawing/2014/main" id="{4BDF5BF2-CB08-938D-66CA-D414784E082C}"/>
              </a:ext>
            </a:extLst>
          </p:cNvPr>
          <p:cNvSpPr txBox="1"/>
          <p:nvPr/>
        </p:nvSpPr>
        <p:spPr>
          <a:xfrm>
            <a:off x="5541243" y="4038171"/>
            <a:ext cx="13115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#742774</a:t>
            </a:r>
          </a:p>
        </p:txBody>
      </p:sp>
      <p:sp>
        <p:nvSpPr>
          <p:cNvPr id="18" name="Rectangle 17">
            <a:extLst>
              <a:ext uri="{FF2B5EF4-FFF2-40B4-BE49-F238E27FC236}">
                <a16:creationId xmlns:a16="http://schemas.microsoft.com/office/drawing/2014/main" id="{E6C1EE95-E245-618F-EC8D-E507CF4554E8}"/>
              </a:ext>
            </a:extLst>
          </p:cNvPr>
          <p:cNvSpPr/>
          <p:nvPr/>
        </p:nvSpPr>
        <p:spPr>
          <a:xfrm>
            <a:off x="4821243" y="4033075"/>
            <a:ext cx="720000" cy="720000"/>
          </a:xfrm>
          <a:prstGeom prst="rect">
            <a:avLst/>
          </a:prstGeom>
          <a:solidFill>
            <a:srgbClr val="7427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19" name="TextBox 18">
            <a:extLst>
              <a:ext uri="{FF2B5EF4-FFF2-40B4-BE49-F238E27FC236}">
                <a16:creationId xmlns:a16="http://schemas.microsoft.com/office/drawing/2014/main" id="{51838A64-5A12-835D-64E8-78430E127113}"/>
              </a:ext>
            </a:extLst>
          </p:cNvPr>
          <p:cNvSpPr txBox="1"/>
          <p:nvPr/>
        </p:nvSpPr>
        <p:spPr>
          <a:xfrm>
            <a:off x="5541243" y="5221284"/>
            <a:ext cx="13115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#243A5E</a:t>
            </a:r>
          </a:p>
        </p:txBody>
      </p:sp>
      <p:sp>
        <p:nvSpPr>
          <p:cNvPr id="20" name="Rectangle 19">
            <a:extLst>
              <a:ext uri="{FF2B5EF4-FFF2-40B4-BE49-F238E27FC236}">
                <a16:creationId xmlns:a16="http://schemas.microsoft.com/office/drawing/2014/main" id="{C9263D1A-DA70-ED60-8A98-857AEFA63D5D}"/>
              </a:ext>
            </a:extLst>
          </p:cNvPr>
          <p:cNvSpPr/>
          <p:nvPr/>
        </p:nvSpPr>
        <p:spPr>
          <a:xfrm>
            <a:off x="4821243" y="5216188"/>
            <a:ext cx="720000" cy="720000"/>
          </a:xfrm>
          <a:prstGeom prst="rect">
            <a:avLst/>
          </a:prstGeom>
          <a:solidFill>
            <a:srgbClr val="243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21" name="TextBox 20">
            <a:extLst>
              <a:ext uri="{FF2B5EF4-FFF2-40B4-BE49-F238E27FC236}">
                <a16:creationId xmlns:a16="http://schemas.microsoft.com/office/drawing/2014/main" id="{E6137D95-B8C6-406E-D9B0-20CBD011D27E}"/>
              </a:ext>
            </a:extLst>
          </p:cNvPr>
          <p:cNvSpPr txBox="1"/>
          <p:nvPr/>
        </p:nvSpPr>
        <p:spPr>
          <a:xfrm>
            <a:off x="8759702" y="4035335"/>
            <a:ext cx="13115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#0D7F41</a:t>
            </a:r>
          </a:p>
        </p:txBody>
      </p:sp>
      <p:sp>
        <p:nvSpPr>
          <p:cNvPr id="22" name="Rectangle 21">
            <a:extLst>
              <a:ext uri="{FF2B5EF4-FFF2-40B4-BE49-F238E27FC236}">
                <a16:creationId xmlns:a16="http://schemas.microsoft.com/office/drawing/2014/main" id="{D34A491B-5D9F-46B4-6B33-918F323ECE85}"/>
              </a:ext>
            </a:extLst>
          </p:cNvPr>
          <p:cNvSpPr/>
          <p:nvPr/>
        </p:nvSpPr>
        <p:spPr>
          <a:xfrm>
            <a:off x="8039702" y="4030239"/>
            <a:ext cx="720000" cy="720000"/>
          </a:xfrm>
          <a:prstGeom prst="rect">
            <a:avLst/>
          </a:prstGeom>
          <a:solidFill>
            <a:srgbClr val="0D7F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3145DC33-75E2-06E1-77EB-99D27A755AAE}"/>
              </a:ext>
            </a:extLst>
          </p:cNvPr>
          <p:cNvSpPr txBox="1"/>
          <p:nvPr/>
        </p:nvSpPr>
        <p:spPr>
          <a:xfrm>
            <a:off x="8759702" y="5218448"/>
            <a:ext cx="13115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#F2C810</a:t>
            </a:r>
          </a:p>
        </p:txBody>
      </p:sp>
      <p:sp>
        <p:nvSpPr>
          <p:cNvPr id="24" name="Rectangle 23">
            <a:extLst>
              <a:ext uri="{FF2B5EF4-FFF2-40B4-BE49-F238E27FC236}">
                <a16:creationId xmlns:a16="http://schemas.microsoft.com/office/drawing/2014/main" id="{E460EBAE-474D-7455-5888-5845CFAF6F83}"/>
              </a:ext>
            </a:extLst>
          </p:cNvPr>
          <p:cNvSpPr/>
          <p:nvPr/>
        </p:nvSpPr>
        <p:spPr>
          <a:xfrm>
            <a:off x="8039702" y="5213352"/>
            <a:ext cx="720000" cy="720000"/>
          </a:xfrm>
          <a:prstGeom prst="rect">
            <a:avLst/>
          </a:prstGeom>
          <a:solidFill>
            <a:srgbClr val="F2C8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
        <p:nvSpPr>
          <p:cNvPr id="27" name="TextBox 26">
            <a:extLst>
              <a:ext uri="{FF2B5EF4-FFF2-40B4-BE49-F238E27FC236}">
                <a16:creationId xmlns:a16="http://schemas.microsoft.com/office/drawing/2014/main" id="{E6AEDB6C-F02F-F6C6-CB54-52B70C475271}"/>
              </a:ext>
            </a:extLst>
          </p:cNvPr>
          <p:cNvSpPr txBox="1"/>
          <p:nvPr/>
        </p:nvSpPr>
        <p:spPr>
          <a:xfrm>
            <a:off x="8759702" y="2860153"/>
            <a:ext cx="13115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UI"/>
                <a:ea typeface="+mn-ea"/>
                <a:cs typeface="+mn-cs"/>
              </a:rPr>
              <a:t>#3666FF</a:t>
            </a:r>
          </a:p>
        </p:txBody>
      </p:sp>
      <p:sp>
        <p:nvSpPr>
          <p:cNvPr id="28" name="Rectangle 27">
            <a:extLst>
              <a:ext uri="{FF2B5EF4-FFF2-40B4-BE49-F238E27FC236}">
                <a16:creationId xmlns:a16="http://schemas.microsoft.com/office/drawing/2014/main" id="{71B27577-0B28-511F-6012-2264AD590FC9}"/>
              </a:ext>
            </a:extLst>
          </p:cNvPr>
          <p:cNvSpPr/>
          <p:nvPr/>
        </p:nvSpPr>
        <p:spPr>
          <a:xfrm>
            <a:off x="8039702" y="2855057"/>
            <a:ext cx="720000" cy="720000"/>
          </a:xfrm>
          <a:prstGeom prst="rect">
            <a:avLst/>
          </a:prstGeom>
          <a:solidFill>
            <a:srgbClr val="36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955332555"/>
      </p:ext>
    </p:extLst>
  </p:cSld>
  <p:clrMapOvr>
    <a:masterClrMapping/>
  </p:clrMapOvr>
</p:sld>
</file>

<file path=ppt/theme/theme1.xml><?xml version="1.0" encoding="utf-8"?>
<a:theme xmlns:a="http://schemas.openxmlformats.org/drawingml/2006/main" name="Office Theme">
  <a:themeElements>
    <a:clrScheme name="User Group">
      <a:dk1>
        <a:sysClr val="windowText" lastClr="000000"/>
      </a:dk1>
      <a:lt1>
        <a:sysClr val="window" lastClr="FFFFFF"/>
      </a:lt1>
      <a:dk2>
        <a:srgbClr val="44546A"/>
      </a:dk2>
      <a:lt2>
        <a:srgbClr val="E7E6E6"/>
      </a:lt2>
      <a:accent1>
        <a:srgbClr val="24395E"/>
      </a:accent1>
      <a:accent2>
        <a:srgbClr val="742774"/>
      </a:accent2>
      <a:accent3>
        <a:srgbClr val="F2C810"/>
      </a:accent3>
      <a:accent4>
        <a:srgbClr val="0D7F41"/>
      </a:accent4>
      <a:accent5>
        <a:srgbClr val="3666FF"/>
      </a:accent5>
      <a:accent6>
        <a:srgbClr val="4B5050"/>
      </a:accent6>
      <a:hlink>
        <a:srgbClr val="A5A5A5"/>
      </a:hlink>
      <a:folHlink>
        <a:srgbClr val="A5A5A5"/>
      </a:folHlink>
    </a:clrScheme>
    <a:fontScheme name="UserGroup">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365PPUG UK Template - SPEAKER" id="{3005ECB4-6B64-AA4B-9BA4-C2770EBA6CD6}" vid="{9461583B-6333-5041-BB1A-E904C17EA8C8}"/>
    </a:ext>
  </a:extLst>
</a:theme>
</file>

<file path=ppt/theme/theme2.xml><?xml version="1.0" encoding="utf-8"?>
<a:theme xmlns:a="http://schemas.openxmlformats.org/drawingml/2006/main" name="2_Office Theme">
  <a:themeElements>
    <a:clrScheme name="User Group">
      <a:dk1>
        <a:sysClr val="windowText" lastClr="000000"/>
      </a:dk1>
      <a:lt1>
        <a:sysClr val="window" lastClr="FFFFFF"/>
      </a:lt1>
      <a:dk2>
        <a:srgbClr val="44546A"/>
      </a:dk2>
      <a:lt2>
        <a:srgbClr val="E7E6E6"/>
      </a:lt2>
      <a:accent1>
        <a:srgbClr val="24395E"/>
      </a:accent1>
      <a:accent2>
        <a:srgbClr val="742774"/>
      </a:accent2>
      <a:accent3>
        <a:srgbClr val="F2C810"/>
      </a:accent3>
      <a:accent4>
        <a:srgbClr val="0D7F41"/>
      </a:accent4>
      <a:accent5>
        <a:srgbClr val="3666FF"/>
      </a:accent5>
      <a:accent6>
        <a:srgbClr val="4B5050"/>
      </a:accent6>
      <a:hlink>
        <a:srgbClr val="A5A5A5"/>
      </a:hlink>
      <a:folHlink>
        <a:srgbClr val="A5A5A5"/>
      </a:folHlink>
    </a:clrScheme>
    <a:fontScheme name="UserGroup">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365PPUG UK Template - SPEAKER" id="{3005ECB4-6B64-AA4B-9BA4-C2770EBA6CD6}" vid="{F5B57CE1-F089-364C-900A-C550B83D293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90b8594-9c62-444a-bf03-3e8c9653f47a">
      <Terms xmlns="http://schemas.microsoft.com/office/infopath/2007/PartnerControls"/>
    </lcf76f155ced4ddcb4097134ff3c332f>
    <TaxCatchAll xmlns="7b90843e-8b53-4d84-a74a-b25a88fa4fd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8D7080A784C340A3D0801C187A4022" ma:contentTypeVersion="15" ma:contentTypeDescription="Create a new document." ma:contentTypeScope="" ma:versionID="d5efa90d74ce5b68007122d1879c98f8">
  <xsd:schema xmlns:xsd="http://www.w3.org/2001/XMLSchema" xmlns:xs="http://www.w3.org/2001/XMLSchema" xmlns:p="http://schemas.microsoft.com/office/2006/metadata/properties" xmlns:ns2="290b8594-9c62-444a-bf03-3e8c9653f47a" xmlns:ns3="7b90843e-8b53-4d84-a74a-b25a88fa4fd6" targetNamespace="http://schemas.microsoft.com/office/2006/metadata/properties" ma:root="true" ma:fieldsID="41cdb7180409fdace5141a3f6f088226" ns2:_="" ns3:_="">
    <xsd:import namespace="290b8594-9c62-444a-bf03-3e8c9653f47a"/>
    <xsd:import namespace="7b90843e-8b53-4d84-a74a-b25a88fa4fd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0b8594-9c62-444a-bf03-3e8c9653f4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82c2a35f-9d16-4bd7-ac54-5fabdd59e6b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b90843e-8b53-4d84-a74a-b25a88fa4fd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7eac3c26-3d66-4da7-b71a-5487bbd924e8}" ma:internalName="TaxCatchAll" ma:showField="CatchAllData" ma:web="7b90843e-8b53-4d84-a74a-b25a88fa4f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E359E4-7B53-4367-A0C9-380AD0F759AF}">
  <ds:schemaRefs>
    <ds:schemaRef ds:uri="http://schemas.microsoft.com/sharepoint/v3/contenttype/forms"/>
  </ds:schemaRefs>
</ds:datastoreItem>
</file>

<file path=customXml/itemProps2.xml><?xml version="1.0" encoding="utf-8"?>
<ds:datastoreItem xmlns:ds="http://schemas.openxmlformats.org/officeDocument/2006/customXml" ds:itemID="{4C54D1FA-4857-4B84-A7AD-0B48FE373D90}">
  <ds:schemaRefs>
    <ds:schemaRef ds:uri="http://schemas.microsoft.com/office/2006/documentManagement/types"/>
    <ds:schemaRef ds:uri="290b8594-9c62-444a-bf03-3e8c9653f47a"/>
    <ds:schemaRef ds:uri="http://purl.org/dc/elements/1.1/"/>
    <ds:schemaRef ds:uri="http://schemas.microsoft.com/office/2006/metadata/properties"/>
    <ds:schemaRef ds:uri="http://purl.org/dc/dcmitype/"/>
    <ds:schemaRef ds:uri="http://purl.org/dc/terms/"/>
    <ds:schemaRef ds:uri="http://schemas.microsoft.com/office/infopath/2007/PartnerControls"/>
    <ds:schemaRef ds:uri="http://schemas.openxmlformats.org/package/2006/metadata/core-properties"/>
    <ds:schemaRef ds:uri="7b90843e-8b53-4d84-a74a-b25a88fa4fd6"/>
    <ds:schemaRef ds:uri="http://www.w3.org/XML/1998/namespace"/>
  </ds:schemaRefs>
</ds:datastoreItem>
</file>

<file path=customXml/itemProps3.xml><?xml version="1.0" encoding="utf-8"?>
<ds:datastoreItem xmlns:ds="http://schemas.openxmlformats.org/officeDocument/2006/customXml" ds:itemID="{9A0466D1-5BFE-428A-8E28-0563C566B6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0b8594-9c62-444a-bf03-3e8c9653f47a"/>
    <ds:schemaRef ds:uri="7b90843e-8b53-4d84-a74a-b25a88fa4f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D365PPUG UK Template - SPEAKER</Template>
  <TotalTime>0</TotalTime>
  <Words>2241</Words>
  <Application>Microsoft Office PowerPoint</Application>
  <PresentationFormat>Widescreen</PresentationFormat>
  <Paragraphs>264</Paragraphs>
  <Slides>27</Slides>
  <Notes>2</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Arial</vt:lpstr>
      <vt:lpstr>Segoe UI Semibold</vt:lpstr>
      <vt:lpstr>Segoe UI</vt:lpstr>
      <vt:lpstr>Source Sans Pro</vt:lpstr>
      <vt:lpstr>system-ui</vt:lpstr>
      <vt:lpstr>Calibri</vt:lpstr>
      <vt:lpstr>Office Theme</vt:lpstr>
      <vt:lpstr>2_Office Theme</vt:lpstr>
      <vt:lpstr>PowerPoint Presentation</vt:lpstr>
      <vt:lpstr>THANK YOU TO OUR SPONSORS</vt:lpstr>
      <vt:lpstr>PowerPoint Presentation</vt:lpstr>
      <vt:lpstr>PowerPoint Presentation</vt:lpstr>
      <vt:lpstr>QR Codes</vt:lpstr>
      <vt:lpstr>PowerPoint Presentation</vt:lpstr>
      <vt:lpstr>TODAY’S AGENDA</vt:lpstr>
      <vt:lpstr>PowerPoint Presentation</vt:lpstr>
      <vt:lpstr>THANK YOU TO OUR SPONSORS</vt:lpstr>
      <vt:lpstr>PowerPoint Presentation</vt:lpstr>
      <vt:lpstr>PowerPoint Presentation</vt:lpstr>
      <vt:lpstr>PowerPoint Presentation</vt:lpstr>
      <vt:lpstr>HEADER &amp; TEXT AREAS</vt:lpstr>
      <vt:lpstr>HEADER &amp; TEXT AREAS</vt:lpstr>
      <vt:lpstr>2-COLUMNS WITH HEADER &amp; TEXT AREAS</vt:lpstr>
      <vt:lpstr>3 COLUMNS TEXT SLIDE</vt:lpstr>
      <vt:lpstr>3 COLUMNS TEXT SLIDE</vt:lpstr>
      <vt:lpstr>ARROW INFOGRAPHIC</vt:lpstr>
      <vt:lpstr>ARROW INFOGRAPHIC</vt:lpstr>
      <vt:lpstr>CHART SLIDE</vt:lpstr>
      <vt:lpstr>CHART SLIDE</vt:lpstr>
      <vt:lpstr>TABLE SLIDE</vt:lpstr>
      <vt:lpstr>TABLE SLIDE</vt:lpstr>
      <vt:lpstr>PowerPoint Presentation</vt:lpstr>
      <vt:lpstr>PowerPoint Presentation</vt:lpstr>
      <vt:lpstr>QR Codes</vt:lpstr>
      <vt:lpstr>THEME COLOURS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PowerPoint Template</dc:subject>
  <dc:creator>Tweedie, Ian</dc:creator>
  <cp:keywords/>
  <dc:description/>
  <cp:lastModifiedBy>Tweedie, Ian</cp:lastModifiedBy>
  <cp:revision>2</cp:revision>
  <dcterms:created xsi:type="dcterms:W3CDTF">2026-03-10T09:08:36Z</dcterms:created>
  <dcterms:modified xsi:type="dcterms:W3CDTF">2026-03-10T09:33:28Z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0x010100158D7080A784C340A3D0801C187A4022</vt:lpwstr>
  </property>
  <property fmtid="{D5CDD505-2E9C-101B-9397-08002B2CF9AE}" pid="3" name="MSIP_Label_1dd6a1e8-d528-42de-8cc1-71629ec8edce_Enabled">
    <vt:lpwstr>true</vt:lpwstr>
  </property>
  <property fmtid="{D5CDD505-2E9C-101B-9397-08002B2CF9AE}" pid="4" name="MSIP_Label_1dd6a1e8-d528-42de-8cc1-71629ec8edce_SetDate">
    <vt:lpwstr>2022-10-19T12:53:06Z</vt:lpwstr>
  </property>
  <property fmtid="{D5CDD505-2E9C-101B-9397-08002B2CF9AE}" pid="5" name="MSIP_Label_1dd6a1e8-d528-42de-8cc1-71629ec8edce_Method">
    <vt:lpwstr>Standard</vt:lpwstr>
  </property>
  <property fmtid="{D5CDD505-2E9C-101B-9397-08002B2CF9AE}" pid="6" name="MSIP_Label_1dd6a1e8-d528-42de-8cc1-71629ec8edce_Name">
    <vt:lpwstr>BusinessConfidential</vt:lpwstr>
  </property>
  <property fmtid="{D5CDD505-2E9C-101B-9397-08002B2CF9AE}" pid="7" name="MSIP_Label_1dd6a1e8-d528-42de-8cc1-71629ec8edce_SiteId">
    <vt:lpwstr>baff525d-c7ee-4d30-985c-702e147d563d</vt:lpwstr>
  </property>
  <property fmtid="{D5CDD505-2E9C-101B-9397-08002B2CF9AE}" pid="8" name="MSIP_Label_1dd6a1e8-d528-42de-8cc1-71629ec8edce_ActionId">
    <vt:lpwstr>7c7aa5c3-48bf-40e0-b482-11801d5a41a0</vt:lpwstr>
  </property>
  <property fmtid="{D5CDD505-2E9C-101B-9397-08002B2CF9AE}" pid="9" name="MSIP_Label_1dd6a1e8-d528-42de-8cc1-71629ec8edce_ContentBits">
    <vt:lpwstr>0</vt:lpwstr>
  </property>
  <property fmtid="{D5CDD505-2E9C-101B-9397-08002B2CF9AE}" pid="10" name="MediaServiceImageTags">
    <vt:lpwstr/>
  </property>
</Properties>
</file>